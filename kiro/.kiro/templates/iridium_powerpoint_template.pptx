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9" r:id="rId1"/>
    <p:sldMasterId id="2147483682" r:id="rId2"/>
  </p:sldMasterIdLst>
  <p:notesMasterIdLst>
    <p:notesMasterId r:id="rId34"/>
  </p:notesMasterIdLst>
  <p:handoutMasterIdLst>
    <p:handoutMasterId r:id="rId35"/>
  </p:handoutMasterIdLst>
  <p:sldIdLst>
    <p:sldId id="273" r:id="rId3"/>
    <p:sldId id="274" r:id="rId4"/>
    <p:sldId id="271" r:id="rId5"/>
    <p:sldId id="256" r:id="rId6"/>
    <p:sldId id="257" r:id="rId7"/>
    <p:sldId id="258" r:id="rId8"/>
    <p:sldId id="259" r:id="rId9"/>
    <p:sldId id="260" r:id="rId10"/>
    <p:sldId id="261" r:id="rId11"/>
    <p:sldId id="262" r:id="rId12"/>
    <p:sldId id="266" r:id="rId13"/>
    <p:sldId id="270" r:id="rId14"/>
    <p:sldId id="267" r:id="rId15"/>
    <p:sldId id="268" r:id="rId16"/>
    <p:sldId id="269" r:id="rId17"/>
    <p:sldId id="265" r:id="rId18"/>
    <p:sldId id="275" r:id="rId19"/>
    <p:sldId id="276" r:id="rId20"/>
    <p:sldId id="277" r:id="rId21"/>
    <p:sldId id="278" r:id="rId22"/>
    <p:sldId id="279" r:id="rId23"/>
    <p:sldId id="280" r:id="rId24"/>
    <p:sldId id="281" r:id="rId25"/>
    <p:sldId id="282" r:id="rId26"/>
    <p:sldId id="283" r:id="rId27"/>
    <p:sldId id="286" r:id="rId28"/>
    <p:sldId id="287" r:id="rId29"/>
    <p:sldId id="288" r:id="rId30"/>
    <p:sldId id="289" r:id="rId31"/>
    <p:sldId id="284" r:id="rId32"/>
    <p:sldId id="28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AB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61" autoAdjust="0"/>
    <p:restoredTop sz="95135"/>
  </p:normalViewPr>
  <p:slideViewPr>
    <p:cSldViewPr snapToGrid="0" snapToObjects="1">
      <p:cViewPr varScale="1">
        <p:scale>
          <a:sx n="110" d="100"/>
          <a:sy n="110" d="100"/>
        </p:scale>
        <p:origin x="528" y="108"/>
      </p:cViewPr>
      <p:guideLst/>
    </p:cSldViewPr>
  </p:slideViewPr>
  <p:notesTextViewPr>
    <p:cViewPr>
      <p:scale>
        <a:sx n="1" d="1"/>
        <a:sy n="1" d="1"/>
      </p:scale>
      <p:origin x="0" y="0"/>
    </p:cViewPr>
  </p:notesTextViewPr>
  <p:notesViewPr>
    <p:cSldViewPr snapToGrid="0" snapToObjects="1">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Sample Pie Chart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A2E-0842-9AF4-AFF12A4AB03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A2E-0842-9AF4-AFF12A4AB03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A2E-0842-9AF4-AFF12A4AB03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A2E-0842-9AF4-AFF12A4AB03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9A2E-0842-9AF4-AFF12A4AB03F}"/>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9A2E-0842-9AF4-AFF12A4AB03F}"/>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54.8</c:v>
                </c:pt>
                <c:pt idx="1">
                  <c:v>10.199999999999999</c:v>
                </c:pt>
                <c:pt idx="2">
                  <c:v>15.6</c:v>
                </c:pt>
                <c:pt idx="3">
                  <c:v>5.4</c:v>
                </c:pt>
                <c:pt idx="4">
                  <c:v>10.199999999999999</c:v>
                </c:pt>
                <c:pt idx="5">
                  <c:v>3.8</c:v>
                </c:pt>
              </c:numCache>
            </c:numRef>
          </c:val>
          <c:extLst>
            <c:ext xmlns:c16="http://schemas.microsoft.com/office/drawing/2014/chart" uri="{C3380CC4-5D6E-409C-BE32-E72D297353CC}">
              <c16:uniqueId val="{0000000C-9A2E-0842-9AF4-AFF12A4AB03F}"/>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dirty="0"/>
              <a:t>Sample</a:t>
            </a:r>
            <a:r>
              <a:rPr lang="en-US" sz="2000" baseline="0" dirty="0"/>
              <a:t> </a:t>
            </a:r>
            <a:r>
              <a:rPr lang="en-US" sz="2000" dirty="0"/>
              <a:t>Bar Graph</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Category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Sheet1!$B$2:$B$6</c:f>
              <c:numCache>
                <c:formatCode>General</c:formatCode>
                <c:ptCount val="5"/>
                <c:pt idx="0">
                  <c:v>50</c:v>
                </c:pt>
                <c:pt idx="1">
                  <c:v>55</c:v>
                </c:pt>
                <c:pt idx="2">
                  <c:v>60</c:v>
                </c:pt>
                <c:pt idx="3">
                  <c:v>65</c:v>
                </c:pt>
                <c:pt idx="4">
                  <c:v>70</c:v>
                </c:pt>
              </c:numCache>
            </c:numRef>
          </c:val>
          <c:extLst>
            <c:ext xmlns:c16="http://schemas.microsoft.com/office/drawing/2014/chart" uri="{C3380CC4-5D6E-409C-BE32-E72D297353CC}">
              <c16:uniqueId val="{00000000-9EAD-164E-95C0-BF35BB1D6139}"/>
            </c:ext>
          </c:extLst>
        </c:ser>
        <c:ser>
          <c:idx val="1"/>
          <c:order val="1"/>
          <c:tx>
            <c:strRef>
              <c:f>Sheet1!$C$1</c:f>
              <c:strCache>
                <c:ptCount val="1"/>
                <c:pt idx="0">
                  <c:v>Category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Sheet1!$C$2:$C$6</c:f>
              <c:numCache>
                <c:formatCode>General</c:formatCode>
                <c:ptCount val="5"/>
                <c:pt idx="0">
                  <c:v>60</c:v>
                </c:pt>
                <c:pt idx="1">
                  <c:v>75</c:v>
                </c:pt>
                <c:pt idx="2">
                  <c:v>90</c:v>
                </c:pt>
                <c:pt idx="3">
                  <c:v>110</c:v>
                </c:pt>
                <c:pt idx="4">
                  <c:v>200</c:v>
                </c:pt>
              </c:numCache>
            </c:numRef>
          </c:val>
          <c:extLst>
            <c:ext xmlns:c16="http://schemas.microsoft.com/office/drawing/2014/chart" uri="{C3380CC4-5D6E-409C-BE32-E72D297353CC}">
              <c16:uniqueId val="{00000001-9EAD-164E-95C0-BF35BB1D6139}"/>
            </c:ext>
          </c:extLst>
        </c:ser>
        <c:ser>
          <c:idx val="2"/>
          <c:order val="2"/>
          <c:tx>
            <c:strRef>
              <c:f>Sheet1!$D$1</c:f>
              <c:strCache>
                <c:ptCount val="1"/>
                <c:pt idx="0">
                  <c:v>Category 3</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Sheet1!$D$2:$D$6</c:f>
              <c:numCache>
                <c:formatCode>General</c:formatCode>
                <c:ptCount val="5"/>
                <c:pt idx="0">
                  <c:v>80</c:v>
                </c:pt>
                <c:pt idx="1">
                  <c:v>75</c:v>
                </c:pt>
                <c:pt idx="2">
                  <c:v>75</c:v>
                </c:pt>
                <c:pt idx="3">
                  <c:v>90</c:v>
                </c:pt>
                <c:pt idx="4">
                  <c:v>135</c:v>
                </c:pt>
              </c:numCache>
            </c:numRef>
          </c:val>
          <c:extLst>
            <c:ext xmlns:c16="http://schemas.microsoft.com/office/drawing/2014/chart" uri="{C3380CC4-5D6E-409C-BE32-E72D297353CC}">
              <c16:uniqueId val="{00000002-9EAD-164E-95C0-BF35BB1D6139}"/>
            </c:ext>
          </c:extLst>
        </c:ser>
        <c:dLbls>
          <c:dLblPos val="inEnd"/>
          <c:showLegendKey val="0"/>
          <c:showVal val="1"/>
          <c:showCatName val="0"/>
          <c:showSerName val="0"/>
          <c:showPercent val="0"/>
          <c:showBubbleSize val="0"/>
        </c:dLbls>
        <c:gapWidth val="219"/>
        <c:overlap val="-27"/>
        <c:axId val="1134686928"/>
        <c:axId val="1134680696"/>
      </c:barChart>
      <c:catAx>
        <c:axId val="1134686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134680696"/>
        <c:crosses val="autoZero"/>
        <c:auto val="1"/>
        <c:lblAlgn val="ctr"/>
        <c:lblOffset val="100"/>
        <c:noMultiLvlLbl val="0"/>
      </c:catAx>
      <c:valAx>
        <c:axId val="1134680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134686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dirty="0"/>
              <a:t>Sample Line Graph</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Sample Line Graph</c:v>
                </c:pt>
              </c:strCache>
            </c:strRef>
          </c:tx>
          <c:spPr>
            <a:ln w="28575" cap="rnd">
              <a:solidFill>
                <a:schemeClr val="accent1"/>
              </a:solidFill>
              <a:round/>
            </a:ln>
            <a:effectLst/>
          </c:spPr>
          <c:marker>
            <c:symbol val="none"/>
          </c:marker>
          <c:dPt>
            <c:idx val="0"/>
            <c:marker>
              <c:symbol val="none"/>
            </c:marker>
            <c:bubble3D val="0"/>
            <c:spPr>
              <a:ln w="28575" cap="rnd">
                <a:solidFill>
                  <a:schemeClr val="accent1"/>
                </a:solidFill>
                <a:round/>
              </a:ln>
              <a:effectLst/>
            </c:spPr>
            <c:extLst>
              <c:ext xmlns:c16="http://schemas.microsoft.com/office/drawing/2014/chart" uri="{C3380CC4-5D6E-409C-BE32-E72D297353CC}">
                <c16:uniqueId val="{00000001-6B0B-034E-8FFD-B4111DEC146E}"/>
              </c:ext>
            </c:extLst>
          </c:dPt>
          <c:dPt>
            <c:idx val="1"/>
            <c:marker>
              <c:symbol val="none"/>
            </c:marker>
            <c:bubble3D val="0"/>
            <c:spPr>
              <a:ln w="28575" cap="rnd">
                <a:solidFill>
                  <a:schemeClr val="accent1"/>
                </a:solidFill>
                <a:round/>
              </a:ln>
              <a:effectLst/>
            </c:spPr>
            <c:extLst>
              <c:ext xmlns:c16="http://schemas.microsoft.com/office/drawing/2014/chart" uri="{C3380CC4-5D6E-409C-BE32-E72D297353CC}">
                <c16:uniqueId val="{00000003-6B0B-034E-8FFD-B4111DEC146E}"/>
              </c:ext>
            </c:extLst>
          </c:dPt>
          <c:dPt>
            <c:idx val="2"/>
            <c:marker>
              <c:symbol val="none"/>
            </c:marker>
            <c:bubble3D val="0"/>
            <c:spPr>
              <a:ln w="28575" cap="rnd">
                <a:solidFill>
                  <a:schemeClr val="accent1"/>
                </a:solidFill>
                <a:round/>
              </a:ln>
              <a:effectLst/>
            </c:spPr>
            <c:extLst>
              <c:ext xmlns:c16="http://schemas.microsoft.com/office/drawing/2014/chart" uri="{C3380CC4-5D6E-409C-BE32-E72D297353CC}">
                <c16:uniqueId val="{00000005-6B0B-034E-8FFD-B4111DEC146E}"/>
              </c:ext>
            </c:extLst>
          </c:dPt>
          <c:dPt>
            <c:idx val="3"/>
            <c:marker>
              <c:symbol val="none"/>
            </c:marker>
            <c:bubble3D val="0"/>
            <c:spPr>
              <a:ln w="28575" cap="rnd">
                <a:solidFill>
                  <a:schemeClr val="accent1"/>
                </a:solidFill>
                <a:round/>
              </a:ln>
              <a:effectLst/>
            </c:spPr>
            <c:extLst>
              <c:ext xmlns:c16="http://schemas.microsoft.com/office/drawing/2014/chart" uri="{C3380CC4-5D6E-409C-BE32-E72D297353CC}">
                <c16:uniqueId val="{00000007-6B0B-034E-8FFD-B4111DEC146E}"/>
              </c:ext>
            </c:extLst>
          </c:dPt>
          <c:dPt>
            <c:idx val="4"/>
            <c:marker>
              <c:symbol val="none"/>
            </c:marker>
            <c:bubble3D val="0"/>
            <c:spPr>
              <a:ln w="28575" cap="rnd">
                <a:solidFill>
                  <a:schemeClr val="accent1"/>
                </a:solidFill>
                <a:round/>
              </a:ln>
              <a:effectLst/>
            </c:spPr>
            <c:extLst>
              <c:ext xmlns:c16="http://schemas.microsoft.com/office/drawing/2014/chart" uri="{C3380CC4-5D6E-409C-BE32-E72D297353CC}">
                <c16:uniqueId val="{00000009-6B0B-034E-8FFD-B4111DEC146E}"/>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Sheet1!$B$2:$B$6</c:f>
              <c:numCache>
                <c:formatCode>General</c:formatCode>
                <c:ptCount val="5"/>
                <c:pt idx="0">
                  <c:v>96</c:v>
                </c:pt>
                <c:pt idx="1">
                  <c:v>103</c:v>
                </c:pt>
                <c:pt idx="2">
                  <c:v>105</c:v>
                </c:pt>
                <c:pt idx="3">
                  <c:v>125</c:v>
                </c:pt>
                <c:pt idx="4">
                  <c:v>156</c:v>
                </c:pt>
              </c:numCache>
            </c:numRef>
          </c:val>
          <c:smooth val="0"/>
          <c:extLst>
            <c:ext xmlns:c16="http://schemas.microsoft.com/office/drawing/2014/chart" uri="{C3380CC4-5D6E-409C-BE32-E72D297353CC}">
              <c16:uniqueId val="{0000000A-6B0B-034E-8FFD-B4111DEC146E}"/>
            </c:ext>
          </c:extLst>
        </c:ser>
        <c:dLbls>
          <c:showLegendKey val="0"/>
          <c:showVal val="0"/>
          <c:showCatName val="0"/>
          <c:showSerName val="0"/>
          <c:showPercent val="0"/>
          <c:showBubbleSize val="0"/>
        </c:dLbls>
        <c:smooth val="0"/>
        <c:axId val="1507042344"/>
        <c:axId val="1507041688"/>
      </c:lineChart>
      <c:catAx>
        <c:axId val="150704234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507041688"/>
        <c:crosses val="autoZero"/>
        <c:auto val="1"/>
        <c:lblAlgn val="ctr"/>
        <c:lblOffset val="100"/>
        <c:noMultiLvlLbl val="0"/>
      </c:catAx>
      <c:valAx>
        <c:axId val="1507041688"/>
        <c:scaling>
          <c:orientation val="minMax"/>
          <c:min val="80"/>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5070423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bg1"/>
                </a:solidFill>
                <a:latin typeface="+mn-lt"/>
                <a:ea typeface="+mn-ea"/>
                <a:cs typeface="+mn-cs"/>
              </a:defRPr>
            </a:pPr>
            <a:r>
              <a:rPr lang="en-US" b="0" dirty="0">
                <a:solidFill>
                  <a:schemeClr val="bg1"/>
                </a:solidFill>
              </a:rPr>
              <a:t>Sample Pie Chart</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bg1"/>
              </a:solidFill>
              <a:latin typeface="+mn-lt"/>
              <a:ea typeface="+mn-ea"/>
              <a:cs typeface="+mn-cs"/>
            </a:defRPr>
          </a:pPr>
          <a:endParaRPr lang="en-US"/>
        </a:p>
      </c:txPr>
    </c:title>
    <c:autoTitleDeleted val="0"/>
    <c:plotArea>
      <c:layout/>
      <c:pieChart>
        <c:varyColors val="1"/>
        <c:ser>
          <c:idx val="0"/>
          <c:order val="0"/>
          <c:tx>
            <c:strRef>
              <c:f>Sheet1!$B$1</c:f>
              <c:strCache>
                <c:ptCount val="1"/>
                <c:pt idx="0">
                  <c:v>Sample Pie Chart</c:v>
                </c:pt>
              </c:strCache>
            </c:strRef>
          </c:tx>
          <c:spPr>
            <a:ln w="19050"/>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518-4298-8AA8-32AC2D0517D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518-4298-8AA8-32AC2D0517D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F518-4298-8AA8-32AC2D0517D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F518-4298-8AA8-32AC2D0517D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F518-4298-8AA8-32AC2D0517D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F518-4298-8AA8-32AC2D0517D3}"/>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54.8</c:v>
                </c:pt>
                <c:pt idx="1">
                  <c:v>10.199999999999999</c:v>
                </c:pt>
                <c:pt idx="2">
                  <c:v>15.6</c:v>
                </c:pt>
                <c:pt idx="3">
                  <c:v>5.4</c:v>
                </c:pt>
                <c:pt idx="4">
                  <c:v>10.199999999999999</c:v>
                </c:pt>
                <c:pt idx="5">
                  <c:v>3.8</c:v>
                </c:pt>
              </c:numCache>
            </c:numRef>
          </c:val>
          <c:extLst>
            <c:ext xmlns:c16="http://schemas.microsoft.com/office/drawing/2014/chart" uri="{C3380CC4-5D6E-409C-BE32-E72D297353CC}">
              <c16:uniqueId val="{0000000C-F518-4298-8AA8-32AC2D0517D3}"/>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
          <c:y val="0.89727291635715345"/>
          <c:w val="1"/>
          <c:h val="8.7632744020205017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bg1"/>
                </a:solidFill>
                <a:latin typeface="+mn-lt"/>
                <a:ea typeface="+mn-ea"/>
                <a:cs typeface="+mn-cs"/>
              </a:defRPr>
            </a:pPr>
            <a:r>
              <a:rPr lang="en-US" sz="2000" b="0" dirty="0">
                <a:solidFill>
                  <a:schemeClr val="bg1"/>
                </a:solidFill>
              </a:rPr>
              <a:t>Sample</a:t>
            </a:r>
            <a:r>
              <a:rPr lang="en-US" sz="2000" b="0" baseline="0" dirty="0">
                <a:solidFill>
                  <a:schemeClr val="bg1"/>
                </a:solidFill>
              </a:rPr>
              <a:t> </a:t>
            </a:r>
            <a:r>
              <a:rPr lang="en-US" sz="2000" b="0" dirty="0">
                <a:solidFill>
                  <a:schemeClr val="bg1"/>
                </a:solidFill>
              </a:rPr>
              <a:t>Bar Graph</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Category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Sheet1!$B$2:$B$6</c:f>
              <c:numCache>
                <c:formatCode>General</c:formatCode>
                <c:ptCount val="5"/>
                <c:pt idx="0">
                  <c:v>50</c:v>
                </c:pt>
                <c:pt idx="1">
                  <c:v>55</c:v>
                </c:pt>
                <c:pt idx="2">
                  <c:v>60</c:v>
                </c:pt>
                <c:pt idx="3">
                  <c:v>65</c:v>
                </c:pt>
                <c:pt idx="4">
                  <c:v>70</c:v>
                </c:pt>
              </c:numCache>
            </c:numRef>
          </c:val>
          <c:extLst>
            <c:ext xmlns:c16="http://schemas.microsoft.com/office/drawing/2014/chart" uri="{C3380CC4-5D6E-409C-BE32-E72D297353CC}">
              <c16:uniqueId val="{00000000-792F-4CF3-9B12-238910BC48C2}"/>
            </c:ext>
          </c:extLst>
        </c:ser>
        <c:ser>
          <c:idx val="1"/>
          <c:order val="1"/>
          <c:tx>
            <c:strRef>
              <c:f>Sheet1!$C$1</c:f>
              <c:strCache>
                <c:ptCount val="1"/>
                <c:pt idx="0">
                  <c:v>Category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Sheet1!$C$2:$C$6</c:f>
              <c:numCache>
                <c:formatCode>General</c:formatCode>
                <c:ptCount val="5"/>
                <c:pt idx="0">
                  <c:v>60</c:v>
                </c:pt>
                <c:pt idx="1">
                  <c:v>75</c:v>
                </c:pt>
                <c:pt idx="2">
                  <c:v>90</c:v>
                </c:pt>
                <c:pt idx="3">
                  <c:v>110</c:v>
                </c:pt>
                <c:pt idx="4">
                  <c:v>200</c:v>
                </c:pt>
              </c:numCache>
            </c:numRef>
          </c:val>
          <c:extLst>
            <c:ext xmlns:c16="http://schemas.microsoft.com/office/drawing/2014/chart" uri="{C3380CC4-5D6E-409C-BE32-E72D297353CC}">
              <c16:uniqueId val="{00000001-792F-4CF3-9B12-238910BC48C2}"/>
            </c:ext>
          </c:extLst>
        </c:ser>
        <c:ser>
          <c:idx val="2"/>
          <c:order val="2"/>
          <c:tx>
            <c:strRef>
              <c:f>Sheet1!$D$1</c:f>
              <c:strCache>
                <c:ptCount val="1"/>
                <c:pt idx="0">
                  <c:v>Category 3</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Sheet1!$D$2:$D$6</c:f>
              <c:numCache>
                <c:formatCode>General</c:formatCode>
                <c:ptCount val="5"/>
                <c:pt idx="0">
                  <c:v>80</c:v>
                </c:pt>
                <c:pt idx="1">
                  <c:v>75</c:v>
                </c:pt>
                <c:pt idx="2">
                  <c:v>75</c:v>
                </c:pt>
                <c:pt idx="3">
                  <c:v>90</c:v>
                </c:pt>
                <c:pt idx="4">
                  <c:v>135</c:v>
                </c:pt>
              </c:numCache>
            </c:numRef>
          </c:val>
          <c:extLst>
            <c:ext xmlns:c16="http://schemas.microsoft.com/office/drawing/2014/chart" uri="{C3380CC4-5D6E-409C-BE32-E72D297353CC}">
              <c16:uniqueId val="{00000002-792F-4CF3-9B12-238910BC48C2}"/>
            </c:ext>
          </c:extLst>
        </c:ser>
        <c:dLbls>
          <c:dLblPos val="inEnd"/>
          <c:showLegendKey val="0"/>
          <c:showVal val="1"/>
          <c:showCatName val="0"/>
          <c:showSerName val="0"/>
          <c:showPercent val="0"/>
          <c:showBubbleSize val="0"/>
        </c:dLbls>
        <c:gapWidth val="219"/>
        <c:overlap val="-27"/>
        <c:axId val="1134686928"/>
        <c:axId val="1134680696"/>
      </c:barChart>
      <c:catAx>
        <c:axId val="1134686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134680696"/>
        <c:crosses val="autoZero"/>
        <c:auto val="1"/>
        <c:lblAlgn val="ctr"/>
        <c:lblOffset val="100"/>
        <c:noMultiLvlLbl val="0"/>
      </c:catAx>
      <c:valAx>
        <c:axId val="1134680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134686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bg2"/>
                </a:solidFill>
                <a:latin typeface="+mn-lt"/>
                <a:ea typeface="+mn-ea"/>
                <a:cs typeface="+mn-cs"/>
              </a:defRPr>
            </a:pPr>
            <a:r>
              <a:rPr lang="en-US">
                <a:solidFill>
                  <a:schemeClr val="bg2"/>
                </a:solidFill>
              </a:rPr>
              <a:t>Sample Line Graph</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bg2"/>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Sample Line Graph</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dPt>
            <c:idx val="0"/>
            <c:marker>
              <c:symbol val="none"/>
            </c:marker>
            <c:bubble3D val="0"/>
            <c:extLst>
              <c:ext xmlns:c16="http://schemas.microsoft.com/office/drawing/2014/chart" uri="{C3380CC4-5D6E-409C-BE32-E72D297353CC}">
                <c16:uniqueId val="{00000001-6D0A-444C-822B-141F017F0C49}"/>
              </c:ext>
            </c:extLst>
          </c:dPt>
          <c:dPt>
            <c:idx val="1"/>
            <c:marker>
              <c:symbol val="none"/>
            </c:marker>
            <c:bubble3D val="0"/>
            <c:extLst>
              <c:ext xmlns:c16="http://schemas.microsoft.com/office/drawing/2014/chart" uri="{C3380CC4-5D6E-409C-BE32-E72D297353CC}">
                <c16:uniqueId val="{00000003-6D0A-444C-822B-141F017F0C49}"/>
              </c:ext>
            </c:extLst>
          </c:dPt>
          <c:dPt>
            <c:idx val="2"/>
            <c:marker>
              <c:symbol val="none"/>
            </c:marker>
            <c:bubble3D val="0"/>
            <c:extLst>
              <c:ext xmlns:c16="http://schemas.microsoft.com/office/drawing/2014/chart" uri="{C3380CC4-5D6E-409C-BE32-E72D297353CC}">
                <c16:uniqueId val="{00000005-6D0A-444C-822B-141F017F0C49}"/>
              </c:ext>
            </c:extLst>
          </c:dPt>
          <c:dPt>
            <c:idx val="3"/>
            <c:marker>
              <c:symbol val="none"/>
            </c:marker>
            <c:bubble3D val="0"/>
            <c:extLst>
              <c:ext xmlns:c16="http://schemas.microsoft.com/office/drawing/2014/chart" uri="{C3380CC4-5D6E-409C-BE32-E72D297353CC}">
                <c16:uniqueId val="{00000007-6D0A-444C-822B-141F017F0C49}"/>
              </c:ext>
            </c:extLst>
          </c:dPt>
          <c:dPt>
            <c:idx val="4"/>
            <c:marker>
              <c:symbol val="none"/>
            </c:marker>
            <c:bubble3D val="0"/>
            <c:extLst>
              <c:ext xmlns:c16="http://schemas.microsoft.com/office/drawing/2014/chart" uri="{C3380CC4-5D6E-409C-BE32-E72D297353CC}">
                <c16:uniqueId val="{00000009-6D0A-444C-822B-141F017F0C49}"/>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Sheet1!$B$2:$B$6</c:f>
              <c:numCache>
                <c:formatCode>General</c:formatCode>
                <c:ptCount val="5"/>
                <c:pt idx="0">
                  <c:v>96</c:v>
                </c:pt>
                <c:pt idx="1">
                  <c:v>103</c:v>
                </c:pt>
                <c:pt idx="2">
                  <c:v>105</c:v>
                </c:pt>
                <c:pt idx="3">
                  <c:v>125</c:v>
                </c:pt>
                <c:pt idx="4">
                  <c:v>156</c:v>
                </c:pt>
              </c:numCache>
            </c:numRef>
          </c:val>
          <c:smooth val="0"/>
          <c:extLst>
            <c:ext xmlns:c16="http://schemas.microsoft.com/office/drawing/2014/chart" uri="{C3380CC4-5D6E-409C-BE32-E72D297353CC}">
              <c16:uniqueId val="{0000000A-6D0A-444C-822B-141F017F0C49}"/>
            </c:ext>
          </c:extLst>
        </c:ser>
        <c:dLbls>
          <c:showLegendKey val="0"/>
          <c:showVal val="0"/>
          <c:showCatName val="0"/>
          <c:showSerName val="0"/>
          <c:showPercent val="0"/>
          <c:showBubbleSize val="0"/>
        </c:dLbls>
        <c:smooth val="0"/>
        <c:axId val="1507042344"/>
        <c:axId val="1507041688"/>
      </c:lineChart>
      <c:catAx>
        <c:axId val="150704234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1507041688"/>
        <c:crosses val="autoZero"/>
        <c:auto val="1"/>
        <c:lblAlgn val="ctr"/>
        <c:lblOffset val="100"/>
        <c:noMultiLvlLbl val="0"/>
      </c:catAx>
      <c:valAx>
        <c:axId val="1507041688"/>
        <c:scaling>
          <c:orientation val="minMax"/>
          <c:min val="8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15070423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8911406-EEDF-4520-938F-6E12B0B38A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73F5DC9-EE7E-452F-8549-C74A97505B9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376D1A-C412-4818-92A3-10EB9D201AD6}" type="datetimeFigureOut">
              <a:rPr lang="en-US" smtClean="0"/>
              <a:t>3/9/2021</a:t>
            </a:fld>
            <a:endParaRPr lang="en-US"/>
          </a:p>
        </p:txBody>
      </p:sp>
      <p:sp>
        <p:nvSpPr>
          <p:cNvPr id="4" name="Footer Placeholder 3">
            <a:extLst>
              <a:ext uri="{FF2B5EF4-FFF2-40B4-BE49-F238E27FC236}">
                <a16:creationId xmlns:a16="http://schemas.microsoft.com/office/drawing/2014/main" id="{1DD8ACCA-3695-4CE7-A02C-B5361E9527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26FD5F1-6F45-40A2-9D1E-6887BEAC6E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6B79A5-6A40-44AB-BBB2-DBF50F4114E4}" type="slidenum">
              <a:rPr lang="en-US" smtClean="0"/>
              <a:t>‹#›</a:t>
            </a:fld>
            <a:endParaRPr lang="en-US"/>
          </a:p>
        </p:txBody>
      </p:sp>
    </p:spTree>
    <p:extLst>
      <p:ext uri="{BB962C8B-B14F-4D97-AF65-F5344CB8AC3E}">
        <p14:creationId xmlns:p14="http://schemas.microsoft.com/office/powerpoint/2010/main" val="5636374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46C530-5C8F-4541-8B2A-596A84163975}" type="datetimeFigureOut">
              <a:rPr lang="en-US" smtClean="0"/>
              <a:t>3/9/2021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87C2C8-AA33-3245-9778-3B8DC27E0B43}" type="slidenum">
              <a:rPr lang="en-US" smtClean="0"/>
              <a:t>‹#›</a:t>
            </a:fld>
            <a:endParaRPr lang="en-US"/>
          </a:p>
        </p:txBody>
      </p:sp>
    </p:spTree>
    <p:extLst>
      <p:ext uri="{BB962C8B-B14F-4D97-AF65-F5344CB8AC3E}">
        <p14:creationId xmlns:p14="http://schemas.microsoft.com/office/powerpoint/2010/main" val="938574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17C4EBD-F3B6-DB42-A8A0-9E5A141316DE}"/>
              </a:ext>
            </a:extLst>
          </p:cNvPr>
          <p:cNvSpPr>
            <a:spLocks noGrp="1"/>
          </p:cNvSpPr>
          <p:nvPr>
            <p:ph type="ctrTitle" hasCustomPrompt="1"/>
          </p:nvPr>
        </p:nvSpPr>
        <p:spPr>
          <a:xfrm>
            <a:off x="397145" y="1807716"/>
            <a:ext cx="5038455" cy="2001013"/>
          </a:xfrm>
        </p:spPr>
        <p:txBody>
          <a:bodyPr anchor="b"/>
          <a:lstStyle>
            <a:lvl1pPr algn="l">
              <a:lnSpc>
                <a:spcPct val="100000"/>
              </a:lnSpc>
              <a:defRPr sz="3600" b="1"/>
            </a:lvl1pPr>
          </a:lstStyle>
          <a:p>
            <a:r>
              <a:rPr lang="en-US" dirty="0"/>
              <a:t>Click to Edit Presentation Title</a:t>
            </a:r>
          </a:p>
        </p:txBody>
      </p:sp>
      <p:sp>
        <p:nvSpPr>
          <p:cNvPr id="5" name="Subtitle 2">
            <a:extLst>
              <a:ext uri="{FF2B5EF4-FFF2-40B4-BE49-F238E27FC236}">
                <a16:creationId xmlns:a16="http://schemas.microsoft.com/office/drawing/2014/main" id="{7D341223-EAE0-DF41-8766-7BC26623480E}"/>
              </a:ext>
            </a:extLst>
          </p:cNvPr>
          <p:cNvSpPr>
            <a:spLocks noGrp="1"/>
          </p:cNvSpPr>
          <p:nvPr>
            <p:ph type="subTitle" idx="1" hasCustomPrompt="1"/>
          </p:nvPr>
        </p:nvSpPr>
        <p:spPr>
          <a:xfrm>
            <a:off x="397145" y="4244244"/>
            <a:ext cx="4898755" cy="1655762"/>
          </a:xfrm>
        </p:spPr>
        <p:txBody>
          <a:bodyPr>
            <a:noAutofit/>
          </a:bodyPr>
          <a:lstStyle>
            <a:lvl1pPr marL="0" indent="0" algn="l">
              <a:lnSpc>
                <a:spcPct val="100000"/>
              </a:lnSpc>
              <a:spcBef>
                <a:spcPts val="0"/>
              </a:spcBef>
              <a:buNone/>
              <a:defRPr sz="20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pic>
        <p:nvPicPr>
          <p:cNvPr id="6" name="Picture 5">
            <a:extLst>
              <a:ext uri="{FF2B5EF4-FFF2-40B4-BE49-F238E27FC236}">
                <a16:creationId xmlns:a16="http://schemas.microsoft.com/office/drawing/2014/main" id="{ED638B32-E667-3C4A-B456-C18713F75B0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585" r="14885"/>
          <a:stretch/>
        </p:blipFill>
        <p:spPr>
          <a:xfrm>
            <a:off x="5598791" y="0"/>
            <a:ext cx="6593209" cy="6599275"/>
          </a:xfrm>
          <a:prstGeom prst="rect">
            <a:avLst/>
          </a:prstGeom>
        </p:spPr>
      </p:pic>
      <p:pic>
        <p:nvPicPr>
          <p:cNvPr id="7" name="Picture 6" descr="A picture containing text, clipart&#10;&#10;Description automatically generated">
            <a:extLst>
              <a:ext uri="{FF2B5EF4-FFF2-40B4-BE49-F238E27FC236}">
                <a16:creationId xmlns:a16="http://schemas.microsoft.com/office/drawing/2014/main" id="{3B015941-5654-F548-A705-0DADE41D3C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7145" y="6235700"/>
            <a:ext cx="2011518" cy="363575"/>
          </a:xfrm>
          <a:prstGeom prst="rect">
            <a:avLst/>
          </a:prstGeom>
        </p:spPr>
      </p:pic>
      <p:sp>
        <p:nvSpPr>
          <p:cNvPr id="8" name="Rectangle 7">
            <a:extLst>
              <a:ext uri="{FF2B5EF4-FFF2-40B4-BE49-F238E27FC236}">
                <a16:creationId xmlns:a16="http://schemas.microsoft.com/office/drawing/2014/main" id="{C77E68B8-3B4F-AF4F-8151-A5AF4A96B3ED}"/>
              </a:ext>
            </a:extLst>
          </p:cNvPr>
          <p:cNvSpPr/>
          <p:nvPr userDrawn="1"/>
        </p:nvSpPr>
        <p:spPr>
          <a:xfrm>
            <a:off x="351323" y="4049777"/>
            <a:ext cx="3457101" cy="45719"/>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p>
        </p:txBody>
      </p:sp>
    </p:spTree>
    <p:extLst>
      <p:ext uri="{BB962C8B-B14F-4D97-AF65-F5344CB8AC3E}">
        <p14:creationId xmlns:p14="http://schemas.microsoft.com/office/powerpoint/2010/main" val="2343964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gal Disclosure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C0FF8FF-BEBD-1741-912A-77B8FAFBF1B8}"/>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text, clipart&#10;&#10;Description automatically generated">
            <a:extLst>
              <a:ext uri="{FF2B5EF4-FFF2-40B4-BE49-F238E27FC236}">
                <a16:creationId xmlns:a16="http://schemas.microsoft.com/office/drawing/2014/main" id="{00535E58-E99E-8549-B998-2ADD2EC178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4487" y="6500902"/>
            <a:ext cx="1362301" cy="246231"/>
          </a:xfrm>
          <a:prstGeom prst="rect">
            <a:avLst/>
          </a:prstGeom>
        </p:spPr>
      </p:pic>
      <p:sp>
        <p:nvSpPr>
          <p:cNvPr id="14" name="Title 1">
            <a:extLst>
              <a:ext uri="{FF2B5EF4-FFF2-40B4-BE49-F238E27FC236}">
                <a16:creationId xmlns:a16="http://schemas.microsoft.com/office/drawing/2014/main" id="{5940E909-88E9-9A49-8319-9F192CED8DD6}"/>
              </a:ext>
            </a:extLst>
          </p:cNvPr>
          <p:cNvSpPr>
            <a:spLocks noGrp="1"/>
          </p:cNvSpPr>
          <p:nvPr>
            <p:ph type="title" hasCustomPrompt="1"/>
          </p:nvPr>
        </p:nvSpPr>
        <p:spPr>
          <a:xfrm>
            <a:off x="782846" y="116118"/>
            <a:ext cx="10515600" cy="936851"/>
          </a:xfrm>
        </p:spPr>
        <p:txBody>
          <a:bodyPr/>
          <a:lstStyle>
            <a:lvl1pPr>
              <a:lnSpc>
                <a:spcPct val="100000"/>
              </a:lnSpc>
              <a:defRPr sz="3200" b="1"/>
            </a:lvl1pPr>
          </a:lstStyle>
          <a:p>
            <a:r>
              <a:rPr lang="en-US" dirty="0"/>
              <a:t>Legal Disclosures</a:t>
            </a:r>
          </a:p>
        </p:txBody>
      </p:sp>
      <p:sp>
        <p:nvSpPr>
          <p:cNvPr id="15" name="Content Placeholder 2">
            <a:extLst>
              <a:ext uri="{FF2B5EF4-FFF2-40B4-BE49-F238E27FC236}">
                <a16:creationId xmlns:a16="http://schemas.microsoft.com/office/drawing/2014/main" id="{F6745613-57F6-014D-97CA-A5CD261C81CD}"/>
              </a:ext>
            </a:extLst>
          </p:cNvPr>
          <p:cNvSpPr>
            <a:spLocks noGrp="1"/>
          </p:cNvSpPr>
          <p:nvPr>
            <p:ph idx="1" hasCustomPrompt="1"/>
          </p:nvPr>
        </p:nvSpPr>
        <p:spPr>
          <a:xfrm>
            <a:off x="782846" y="1169088"/>
            <a:ext cx="10515600" cy="5044286"/>
          </a:xfrm>
        </p:spPr>
        <p:txBody>
          <a:bodyPr>
            <a:noAutofit/>
          </a:bodyPr>
          <a:lstStyle>
            <a:lvl1pPr>
              <a:defRPr sz="2000" b="0"/>
            </a:lvl1pPr>
            <a:lvl2pPr>
              <a:defRPr sz="2000"/>
            </a:lvl2pPr>
            <a:lvl3pPr>
              <a:defRPr sz="1800"/>
            </a:lvl3pPr>
            <a:lvl4pPr>
              <a:defRPr sz="1600"/>
            </a:lvl4pPr>
            <a:lvl5pPr>
              <a:defRPr sz="160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pic>
        <p:nvPicPr>
          <p:cNvPr id="16" name="Picture 15">
            <a:extLst>
              <a:ext uri="{FF2B5EF4-FFF2-40B4-BE49-F238E27FC236}">
                <a16:creationId xmlns:a16="http://schemas.microsoft.com/office/drawing/2014/main" id="{792CA43E-803B-2F4C-826E-A26F0784ADBD}"/>
              </a:ext>
            </a:extLst>
          </p:cNvPr>
          <p:cNvPicPr>
            <a:picLocks noChangeAspect="1"/>
          </p:cNvPicPr>
          <p:nvPr userDrawn="1"/>
        </p:nvPicPr>
        <p:blipFill rotWithShape="1">
          <a:blip r:embed="rId3">
            <a:alphaModFix/>
            <a:extLst>
              <a:ext uri="{28A0092B-C50C-407E-A947-70E740481C1C}">
                <a14:useLocalDpi xmlns:a14="http://schemas.microsoft.com/office/drawing/2010/main" val="0"/>
              </a:ext>
            </a:extLst>
          </a:blip>
          <a:srcRect l="34308" t="-6444" b="-5697"/>
          <a:stretch/>
        </p:blipFill>
        <p:spPr>
          <a:xfrm>
            <a:off x="0" y="0"/>
            <a:ext cx="678612" cy="1169089"/>
          </a:xfrm>
          <a:prstGeom prst="rect">
            <a:avLst/>
          </a:prstGeom>
        </p:spPr>
      </p:pic>
      <p:sp>
        <p:nvSpPr>
          <p:cNvPr id="17" name="Footer Placeholder 4">
            <a:extLst>
              <a:ext uri="{FF2B5EF4-FFF2-40B4-BE49-F238E27FC236}">
                <a16:creationId xmlns:a16="http://schemas.microsoft.com/office/drawing/2014/main" id="{47CCA169-C9AA-8B4D-A822-2E3C0F622148}"/>
              </a:ext>
            </a:extLst>
          </p:cNvPr>
          <p:cNvSpPr>
            <a:spLocks noGrp="1"/>
          </p:cNvSpPr>
          <p:nvPr>
            <p:ph type="ftr" sz="quarter" idx="11"/>
          </p:nvPr>
        </p:nvSpPr>
        <p:spPr>
          <a:xfrm>
            <a:off x="568416" y="6443926"/>
            <a:ext cx="3919330" cy="365125"/>
          </a:xfrm>
        </p:spPr>
        <p:txBody>
          <a:bodyPr/>
          <a:lstStyle>
            <a:lvl1pPr algn="l">
              <a:defRPr sz="900" b="0">
                <a:solidFill>
                  <a:schemeClr val="tx1"/>
                </a:solidFill>
              </a:defRPr>
            </a:lvl1pPr>
          </a:lstStyle>
          <a:p>
            <a:r>
              <a:rPr lang="en-US" dirty="0"/>
              <a:t>IRIDIUM PROPRIETARY BUSINESS INFORMATION</a:t>
            </a:r>
          </a:p>
        </p:txBody>
      </p:sp>
      <p:sp>
        <p:nvSpPr>
          <p:cNvPr id="18" name="Slide Number Placeholder 5">
            <a:extLst>
              <a:ext uri="{FF2B5EF4-FFF2-40B4-BE49-F238E27FC236}">
                <a16:creationId xmlns:a16="http://schemas.microsoft.com/office/drawing/2014/main" id="{56EF6814-F783-1C4F-BF35-C0A44B026FE7}"/>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spTree>
    <p:extLst>
      <p:ext uri="{BB962C8B-B14F-4D97-AF65-F5344CB8AC3E}">
        <p14:creationId xmlns:p14="http://schemas.microsoft.com/office/powerpoint/2010/main" val="30188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9" name="Picture 8" descr="A picture containing text, clipart&#10;&#10;Description automatically generated">
            <a:extLst>
              <a:ext uri="{FF2B5EF4-FFF2-40B4-BE49-F238E27FC236}">
                <a16:creationId xmlns:a16="http://schemas.microsoft.com/office/drawing/2014/main" id="{00535E58-E99E-8549-B998-2ADD2EC178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4487" y="6500902"/>
            <a:ext cx="1362301" cy="246231"/>
          </a:xfrm>
          <a:prstGeom prst="rect">
            <a:avLst/>
          </a:prstGeom>
        </p:spPr>
      </p:pic>
      <p:pic>
        <p:nvPicPr>
          <p:cNvPr id="6" name="Picture 5">
            <a:extLst>
              <a:ext uri="{FF2B5EF4-FFF2-40B4-BE49-F238E27FC236}">
                <a16:creationId xmlns:a16="http://schemas.microsoft.com/office/drawing/2014/main" id="{172EA1CD-55D2-554F-AE62-0DC295014B3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5585" r="14885"/>
          <a:stretch/>
        </p:blipFill>
        <p:spPr>
          <a:xfrm>
            <a:off x="5952216" y="0"/>
            <a:ext cx="6239784" cy="6245525"/>
          </a:xfrm>
          <a:prstGeom prst="rect">
            <a:avLst/>
          </a:prstGeom>
        </p:spPr>
      </p:pic>
      <p:sp>
        <p:nvSpPr>
          <p:cNvPr id="7" name="Title 1">
            <a:extLst>
              <a:ext uri="{FF2B5EF4-FFF2-40B4-BE49-F238E27FC236}">
                <a16:creationId xmlns:a16="http://schemas.microsoft.com/office/drawing/2014/main" id="{A4EAEE2E-A693-5343-B820-E63AAF3623E1}"/>
              </a:ext>
            </a:extLst>
          </p:cNvPr>
          <p:cNvSpPr>
            <a:spLocks noGrp="1"/>
          </p:cNvSpPr>
          <p:nvPr>
            <p:ph type="title" hasCustomPrompt="1"/>
          </p:nvPr>
        </p:nvSpPr>
        <p:spPr>
          <a:xfrm>
            <a:off x="103516" y="3114136"/>
            <a:ext cx="8878899" cy="1577983"/>
          </a:xfrm>
          <a:solidFill>
            <a:schemeClr val="tx1"/>
          </a:solidFill>
        </p:spPr>
        <p:txBody>
          <a:bodyPr anchor="ctr"/>
          <a:lstStyle>
            <a:lvl1pPr algn="ctr">
              <a:defRPr sz="3200" b="1">
                <a:solidFill>
                  <a:schemeClr val="bg1"/>
                </a:solidFill>
              </a:defRPr>
            </a:lvl1pPr>
          </a:lstStyle>
          <a:p>
            <a:r>
              <a:rPr lang="en-US" dirty="0"/>
              <a:t>Click to Edit Section Title</a:t>
            </a:r>
          </a:p>
        </p:txBody>
      </p:sp>
      <p:sp>
        <p:nvSpPr>
          <p:cNvPr id="17" name="Footer Placeholder 4">
            <a:extLst>
              <a:ext uri="{FF2B5EF4-FFF2-40B4-BE49-F238E27FC236}">
                <a16:creationId xmlns:a16="http://schemas.microsoft.com/office/drawing/2014/main" id="{D209A8D2-5F8B-D54E-8A5D-AA8D95CD2C5D}"/>
              </a:ext>
            </a:extLst>
          </p:cNvPr>
          <p:cNvSpPr>
            <a:spLocks noGrp="1"/>
          </p:cNvSpPr>
          <p:nvPr>
            <p:ph type="ftr" sz="quarter" idx="11"/>
          </p:nvPr>
        </p:nvSpPr>
        <p:spPr>
          <a:xfrm>
            <a:off x="568416" y="6443926"/>
            <a:ext cx="3919330" cy="365125"/>
          </a:xfrm>
        </p:spPr>
        <p:txBody>
          <a:bodyPr/>
          <a:lstStyle>
            <a:lvl1pPr algn="l">
              <a:defRPr sz="900" b="0">
                <a:solidFill>
                  <a:schemeClr val="tx1"/>
                </a:solidFill>
              </a:defRPr>
            </a:lvl1pPr>
          </a:lstStyle>
          <a:p>
            <a:r>
              <a:rPr lang="en-US" dirty="0"/>
              <a:t>IRIDIUM PROPRIETARY BUSINESS INFORMATION</a:t>
            </a:r>
          </a:p>
        </p:txBody>
      </p:sp>
      <p:sp>
        <p:nvSpPr>
          <p:cNvPr id="18" name="Slide Number Placeholder 5">
            <a:extLst>
              <a:ext uri="{FF2B5EF4-FFF2-40B4-BE49-F238E27FC236}">
                <a16:creationId xmlns:a16="http://schemas.microsoft.com/office/drawing/2014/main" id="{9B45CBF8-4256-6644-85E6-1B6582045257}"/>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sp>
        <p:nvSpPr>
          <p:cNvPr id="2" name="Rectangle 1">
            <a:extLst>
              <a:ext uri="{FF2B5EF4-FFF2-40B4-BE49-F238E27FC236}">
                <a16:creationId xmlns:a16="http://schemas.microsoft.com/office/drawing/2014/main" id="{3BC55037-D37C-4FE2-A4E2-9471CE394C99}"/>
              </a:ext>
            </a:extLst>
          </p:cNvPr>
          <p:cNvSpPr/>
          <p:nvPr userDrawn="1"/>
        </p:nvSpPr>
        <p:spPr>
          <a:xfrm>
            <a:off x="0" y="3114135"/>
            <a:ext cx="103517" cy="15779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4376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C0FF8FF-BEBD-1741-912A-77B8FAFBF1B8}"/>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text, clipart&#10;&#10;Description automatically generated">
            <a:extLst>
              <a:ext uri="{FF2B5EF4-FFF2-40B4-BE49-F238E27FC236}">
                <a16:creationId xmlns:a16="http://schemas.microsoft.com/office/drawing/2014/main" id="{00535E58-E99E-8549-B998-2ADD2EC178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4487" y="6500902"/>
            <a:ext cx="1362301" cy="246231"/>
          </a:xfrm>
          <a:prstGeom prst="rect">
            <a:avLst/>
          </a:prstGeom>
        </p:spPr>
      </p:pic>
      <p:sp>
        <p:nvSpPr>
          <p:cNvPr id="14" name="Title 1">
            <a:extLst>
              <a:ext uri="{FF2B5EF4-FFF2-40B4-BE49-F238E27FC236}">
                <a16:creationId xmlns:a16="http://schemas.microsoft.com/office/drawing/2014/main" id="{5940E909-88E9-9A49-8319-9F192CED8DD6}"/>
              </a:ext>
            </a:extLst>
          </p:cNvPr>
          <p:cNvSpPr>
            <a:spLocks noGrp="1"/>
          </p:cNvSpPr>
          <p:nvPr>
            <p:ph type="title" hasCustomPrompt="1"/>
          </p:nvPr>
        </p:nvSpPr>
        <p:spPr>
          <a:xfrm>
            <a:off x="782846" y="116118"/>
            <a:ext cx="10515600" cy="936851"/>
          </a:xfrm>
        </p:spPr>
        <p:txBody>
          <a:bodyPr/>
          <a:lstStyle>
            <a:lvl1pPr>
              <a:lnSpc>
                <a:spcPct val="100000"/>
              </a:lnSpc>
              <a:defRPr sz="3200" b="1"/>
            </a:lvl1pPr>
          </a:lstStyle>
          <a:p>
            <a:r>
              <a:rPr lang="en-US" dirty="0"/>
              <a:t>Click to Edit Slide Title</a:t>
            </a:r>
          </a:p>
        </p:txBody>
      </p:sp>
      <p:sp>
        <p:nvSpPr>
          <p:cNvPr id="15" name="Content Placeholder 2">
            <a:extLst>
              <a:ext uri="{FF2B5EF4-FFF2-40B4-BE49-F238E27FC236}">
                <a16:creationId xmlns:a16="http://schemas.microsoft.com/office/drawing/2014/main" id="{F6745613-57F6-014D-97CA-A5CD261C81CD}"/>
              </a:ext>
            </a:extLst>
          </p:cNvPr>
          <p:cNvSpPr>
            <a:spLocks noGrp="1"/>
          </p:cNvSpPr>
          <p:nvPr>
            <p:ph idx="1" hasCustomPrompt="1"/>
          </p:nvPr>
        </p:nvSpPr>
        <p:spPr>
          <a:xfrm>
            <a:off x="782846" y="1169088"/>
            <a:ext cx="10515600" cy="5044286"/>
          </a:xfrm>
        </p:spPr>
        <p:txBody>
          <a:bodyPr>
            <a:noAutofit/>
          </a:bodyPr>
          <a:lstStyle>
            <a:lvl1pPr>
              <a:defRPr sz="2000" b="0"/>
            </a:lvl1pPr>
            <a:lvl2pPr>
              <a:defRPr sz="2000"/>
            </a:lvl2pPr>
            <a:lvl3pPr>
              <a:defRPr sz="1800"/>
            </a:lvl3pPr>
            <a:lvl4pPr>
              <a:defRPr sz="1600"/>
            </a:lvl4pPr>
            <a:lvl5pPr>
              <a:defRPr sz="160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pic>
        <p:nvPicPr>
          <p:cNvPr id="16" name="Picture 15">
            <a:extLst>
              <a:ext uri="{FF2B5EF4-FFF2-40B4-BE49-F238E27FC236}">
                <a16:creationId xmlns:a16="http://schemas.microsoft.com/office/drawing/2014/main" id="{792CA43E-803B-2F4C-826E-A26F0784ADBD}"/>
              </a:ext>
            </a:extLst>
          </p:cNvPr>
          <p:cNvPicPr>
            <a:picLocks noChangeAspect="1"/>
          </p:cNvPicPr>
          <p:nvPr userDrawn="1"/>
        </p:nvPicPr>
        <p:blipFill rotWithShape="1">
          <a:blip r:embed="rId3">
            <a:alphaModFix/>
            <a:extLst>
              <a:ext uri="{28A0092B-C50C-407E-A947-70E740481C1C}">
                <a14:useLocalDpi xmlns:a14="http://schemas.microsoft.com/office/drawing/2010/main" val="0"/>
              </a:ext>
            </a:extLst>
          </a:blip>
          <a:srcRect l="34308" t="-6444" b="-5697"/>
          <a:stretch/>
        </p:blipFill>
        <p:spPr>
          <a:xfrm>
            <a:off x="0" y="0"/>
            <a:ext cx="678612" cy="1169089"/>
          </a:xfrm>
          <a:prstGeom prst="rect">
            <a:avLst/>
          </a:prstGeom>
        </p:spPr>
      </p:pic>
      <p:sp>
        <p:nvSpPr>
          <p:cNvPr id="19" name="Footer Placeholder 4">
            <a:extLst>
              <a:ext uri="{FF2B5EF4-FFF2-40B4-BE49-F238E27FC236}">
                <a16:creationId xmlns:a16="http://schemas.microsoft.com/office/drawing/2014/main" id="{9B0CBDC3-70C5-1D41-ABCB-27C43FCAC683}"/>
              </a:ext>
            </a:extLst>
          </p:cNvPr>
          <p:cNvSpPr>
            <a:spLocks noGrp="1"/>
          </p:cNvSpPr>
          <p:nvPr>
            <p:ph type="ftr" sz="quarter" idx="11"/>
          </p:nvPr>
        </p:nvSpPr>
        <p:spPr>
          <a:xfrm>
            <a:off x="568416" y="6443926"/>
            <a:ext cx="3919330" cy="365125"/>
          </a:xfrm>
        </p:spPr>
        <p:txBody>
          <a:bodyPr/>
          <a:lstStyle>
            <a:lvl1pPr algn="l">
              <a:defRPr sz="900" b="0">
                <a:solidFill>
                  <a:schemeClr val="tx1"/>
                </a:solidFill>
              </a:defRPr>
            </a:lvl1pPr>
          </a:lstStyle>
          <a:p>
            <a:r>
              <a:rPr lang="en-US" dirty="0"/>
              <a:t>IRIDIUM PROPRIETARY BUSINESS INFORMATION</a:t>
            </a:r>
          </a:p>
        </p:txBody>
      </p:sp>
      <p:sp>
        <p:nvSpPr>
          <p:cNvPr id="20" name="Slide Number Placeholder 5">
            <a:extLst>
              <a:ext uri="{FF2B5EF4-FFF2-40B4-BE49-F238E27FC236}">
                <a16:creationId xmlns:a16="http://schemas.microsoft.com/office/drawing/2014/main" id="{250020A2-36AF-0D42-957E-F6E1F0930947}"/>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spTree>
    <p:extLst>
      <p:ext uri="{BB962C8B-B14F-4D97-AF65-F5344CB8AC3E}">
        <p14:creationId xmlns:p14="http://schemas.microsoft.com/office/powerpoint/2010/main" val="1882128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6443475-3A60-9A46-8737-FD975510F15C}"/>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picture containing text, clipart&#10;&#10;Description automatically generated">
            <a:extLst>
              <a:ext uri="{FF2B5EF4-FFF2-40B4-BE49-F238E27FC236}">
                <a16:creationId xmlns:a16="http://schemas.microsoft.com/office/drawing/2014/main" id="{E0D419D1-E40D-2E49-8B03-EC27D76E7C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4487" y="6500902"/>
            <a:ext cx="1362301" cy="246231"/>
          </a:xfrm>
          <a:prstGeom prst="rect">
            <a:avLst/>
          </a:prstGeom>
        </p:spPr>
      </p:pic>
      <p:sp>
        <p:nvSpPr>
          <p:cNvPr id="14" name="Content Placeholder 2">
            <a:extLst>
              <a:ext uri="{FF2B5EF4-FFF2-40B4-BE49-F238E27FC236}">
                <a16:creationId xmlns:a16="http://schemas.microsoft.com/office/drawing/2014/main" id="{39FE8532-FEED-964D-B059-2D6BB3589487}"/>
              </a:ext>
            </a:extLst>
          </p:cNvPr>
          <p:cNvSpPr>
            <a:spLocks noGrp="1"/>
          </p:cNvSpPr>
          <p:nvPr>
            <p:ph sz="half" idx="1" hasCustomPrompt="1"/>
          </p:nvPr>
        </p:nvSpPr>
        <p:spPr>
          <a:xfrm>
            <a:off x="782846" y="1164437"/>
            <a:ext cx="5181600" cy="5049244"/>
          </a:xfrm>
        </p:spPr>
        <p:txBody>
          <a:bodyPr>
            <a:noAutofit/>
          </a:bodyPr>
          <a:lstStyle>
            <a:lvl1pPr>
              <a:defRPr sz="2000"/>
            </a:lvl1pPr>
            <a:lvl2pPr>
              <a:defRPr sz="2000"/>
            </a:lvl2pPr>
            <a:lvl3pPr>
              <a:defRPr sz="1800"/>
            </a:lvl3pPr>
            <a:lvl4pPr>
              <a:defRPr sz="1600"/>
            </a:lvl4pPr>
            <a:lvl5pPr>
              <a:defRPr sz="160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sp>
        <p:nvSpPr>
          <p:cNvPr id="15" name="Content Placeholder 3">
            <a:extLst>
              <a:ext uri="{FF2B5EF4-FFF2-40B4-BE49-F238E27FC236}">
                <a16:creationId xmlns:a16="http://schemas.microsoft.com/office/drawing/2014/main" id="{C9AEA258-FBEF-AE42-AA50-B996803C0825}"/>
              </a:ext>
            </a:extLst>
          </p:cNvPr>
          <p:cNvSpPr>
            <a:spLocks noGrp="1"/>
          </p:cNvSpPr>
          <p:nvPr>
            <p:ph sz="half" idx="2" hasCustomPrompt="1"/>
          </p:nvPr>
        </p:nvSpPr>
        <p:spPr>
          <a:xfrm>
            <a:off x="6116846" y="1164437"/>
            <a:ext cx="5181600" cy="5049244"/>
          </a:xfrm>
        </p:spPr>
        <p:txBody>
          <a:bodyPr/>
          <a:lstStyle>
            <a:lvl1pPr>
              <a:defRPr sz="2000" b="0"/>
            </a:lvl1pPr>
            <a:lvl2pPr>
              <a:defRPr sz="2000" b="0"/>
            </a:lvl2pPr>
            <a:lvl3pPr>
              <a:defRPr sz="1800" b="0"/>
            </a:lvl3pPr>
            <a:lvl4pPr>
              <a:defRPr sz="1600" b="0"/>
            </a:lvl4pPr>
            <a:lvl5pPr>
              <a:defRPr sz="1600" b="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pic>
        <p:nvPicPr>
          <p:cNvPr id="16" name="Picture 15">
            <a:extLst>
              <a:ext uri="{FF2B5EF4-FFF2-40B4-BE49-F238E27FC236}">
                <a16:creationId xmlns:a16="http://schemas.microsoft.com/office/drawing/2014/main" id="{C6FDA912-C412-6D41-910F-FC4B207EEB9B}"/>
              </a:ext>
            </a:extLst>
          </p:cNvPr>
          <p:cNvPicPr>
            <a:picLocks noChangeAspect="1"/>
          </p:cNvPicPr>
          <p:nvPr userDrawn="1"/>
        </p:nvPicPr>
        <p:blipFill rotWithShape="1">
          <a:blip r:embed="rId3">
            <a:alphaModFix/>
            <a:extLst>
              <a:ext uri="{28A0092B-C50C-407E-A947-70E740481C1C}">
                <a14:useLocalDpi xmlns:a14="http://schemas.microsoft.com/office/drawing/2010/main" val="0"/>
              </a:ext>
            </a:extLst>
          </a:blip>
          <a:srcRect l="34308" t="-6444" b="-5697"/>
          <a:stretch/>
        </p:blipFill>
        <p:spPr>
          <a:xfrm>
            <a:off x="0" y="0"/>
            <a:ext cx="678612" cy="1169089"/>
          </a:xfrm>
          <a:prstGeom prst="rect">
            <a:avLst/>
          </a:prstGeom>
        </p:spPr>
      </p:pic>
      <p:sp>
        <p:nvSpPr>
          <p:cNvPr id="17" name="Title 1">
            <a:extLst>
              <a:ext uri="{FF2B5EF4-FFF2-40B4-BE49-F238E27FC236}">
                <a16:creationId xmlns:a16="http://schemas.microsoft.com/office/drawing/2014/main" id="{E7740D53-1165-C843-8D29-5AE8670CE2C9}"/>
              </a:ext>
            </a:extLst>
          </p:cNvPr>
          <p:cNvSpPr>
            <a:spLocks noGrp="1"/>
          </p:cNvSpPr>
          <p:nvPr>
            <p:ph type="title" hasCustomPrompt="1"/>
          </p:nvPr>
        </p:nvSpPr>
        <p:spPr>
          <a:xfrm>
            <a:off x="782846" y="117921"/>
            <a:ext cx="10515600" cy="936851"/>
          </a:xfrm>
        </p:spPr>
        <p:txBody>
          <a:bodyPr/>
          <a:lstStyle>
            <a:lvl1pPr>
              <a:lnSpc>
                <a:spcPct val="100000"/>
              </a:lnSpc>
              <a:defRPr sz="3200" b="1"/>
            </a:lvl1pPr>
          </a:lstStyle>
          <a:p>
            <a:r>
              <a:rPr lang="en-US" dirty="0"/>
              <a:t>Click to Edit Slide Title</a:t>
            </a:r>
          </a:p>
        </p:txBody>
      </p:sp>
      <p:sp>
        <p:nvSpPr>
          <p:cNvPr id="22" name="Footer Placeholder 4">
            <a:extLst>
              <a:ext uri="{FF2B5EF4-FFF2-40B4-BE49-F238E27FC236}">
                <a16:creationId xmlns:a16="http://schemas.microsoft.com/office/drawing/2014/main" id="{C2FD309F-DAC0-224C-8BBB-F4A250EDCC05}"/>
              </a:ext>
            </a:extLst>
          </p:cNvPr>
          <p:cNvSpPr>
            <a:spLocks noGrp="1"/>
          </p:cNvSpPr>
          <p:nvPr>
            <p:ph type="ftr" sz="quarter" idx="11"/>
          </p:nvPr>
        </p:nvSpPr>
        <p:spPr>
          <a:xfrm>
            <a:off x="568416" y="6443926"/>
            <a:ext cx="3919330" cy="365125"/>
          </a:xfrm>
        </p:spPr>
        <p:txBody>
          <a:bodyPr/>
          <a:lstStyle>
            <a:lvl1pPr algn="l">
              <a:defRPr sz="900" b="0">
                <a:solidFill>
                  <a:schemeClr val="tx1"/>
                </a:solidFill>
              </a:defRPr>
            </a:lvl1pPr>
          </a:lstStyle>
          <a:p>
            <a:r>
              <a:rPr lang="en-US" dirty="0"/>
              <a:t>IRIDIUM PROPRIETARY BUSINESS INFORMATION</a:t>
            </a:r>
          </a:p>
        </p:txBody>
      </p:sp>
      <p:sp>
        <p:nvSpPr>
          <p:cNvPr id="23" name="Slide Number Placeholder 5">
            <a:extLst>
              <a:ext uri="{FF2B5EF4-FFF2-40B4-BE49-F238E27FC236}">
                <a16:creationId xmlns:a16="http://schemas.microsoft.com/office/drawing/2014/main" id="{6D4A02F6-9D91-D248-895A-748EF66A4917}"/>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spTree>
    <p:extLst>
      <p:ext uri="{BB962C8B-B14F-4D97-AF65-F5344CB8AC3E}">
        <p14:creationId xmlns:p14="http://schemas.microsoft.com/office/powerpoint/2010/main" val="987531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D211913-45F0-2D42-9490-BF880CB2F3D6}"/>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picture containing text, clipart&#10;&#10;Description automatically generated">
            <a:extLst>
              <a:ext uri="{FF2B5EF4-FFF2-40B4-BE49-F238E27FC236}">
                <a16:creationId xmlns:a16="http://schemas.microsoft.com/office/drawing/2014/main" id="{D158E882-8CE5-7349-A7E9-CD512288FD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4487" y="6500902"/>
            <a:ext cx="1362301" cy="246231"/>
          </a:xfrm>
          <a:prstGeom prst="rect">
            <a:avLst/>
          </a:prstGeom>
        </p:spPr>
      </p:pic>
      <p:sp>
        <p:nvSpPr>
          <p:cNvPr id="15" name="Content Placeholder 3">
            <a:extLst>
              <a:ext uri="{FF2B5EF4-FFF2-40B4-BE49-F238E27FC236}">
                <a16:creationId xmlns:a16="http://schemas.microsoft.com/office/drawing/2014/main" id="{169B29AB-DF24-E04D-9728-582A34308D50}"/>
              </a:ext>
            </a:extLst>
          </p:cNvPr>
          <p:cNvSpPr>
            <a:spLocks noGrp="1"/>
          </p:cNvSpPr>
          <p:nvPr>
            <p:ph sz="half" idx="2" hasCustomPrompt="1"/>
          </p:nvPr>
        </p:nvSpPr>
        <p:spPr>
          <a:xfrm>
            <a:off x="782846" y="1916674"/>
            <a:ext cx="5019414" cy="4297007"/>
          </a:xfrm>
        </p:spPr>
        <p:txBody>
          <a:bodyPr>
            <a:noAutofit/>
          </a:bodyPr>
          <a:lstStyle>
            <a:lvl1pPr>
              <a:defRPr sz="2000"/>
            </a:lvl1pPr>
            <a:lvl2pPr>
              <a:defRPr sz="1800"/>
            </a:lvl2pPr>
            <a:lvl3pPr>
              <a:defRPr sz="1600"/>
            </a:lvl3pPr>
            <a:lvl4pPr>
              <a:defRPr sz="1400"/>
            </a:lvl4pPr>
            <a:lvl5pPr>
              <a:defRPr sz="140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sp>
        <p:nvSpPr>
          <p:cNvPr id="16" name="Text Placeholder 4">
            <a:extLst>
              <a:ext uri="{FF2B5EF4-FFF2-40B4-BE49-F238E27FC236}">
                <a16:creationId xmlns:a16="http://schemas.microsoft.com/office/drawing/2014/main" id="{4A2D1894-E727-EC46-9EEF-8B4C13FF1FEE}"/>
              </a:ext>
            </a:extLst>
          </p:cNvPr>
          <p:cNvSpPr>
            <a:spLocks noGrp="1"/>
          </p:cNvSpPr>
          <p:nvPr>
            <p:ph type="body" sz="quarter" idx="3" hasCustomPrompt="1"/>
          </p:nvPr>
        </p:nvSpPr>
        <p:spPr>
          <a:xfrm>
            <a:off x="6279032" y="1230731"/>
            <a:ext cx="5019414" cy="658451"/>
          </a:xfrm>
        </p:spPr>
        <p:txBody>
          <a:bodyPr anchor="b">
            <a:noAutofit/>
          </a:bodyPr>
          <a:lstStyle>
            <a:lvl1pPr marL="0" indent="0">
              <a:buNone/>
              <a:defRPr sz="2000" b="1" spc="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SUBTITLE</a:t>
            </a:r>
          </a:p>
        </p:txBody>
      </p:sp>
      <p:sp>
        <p:nvSpPr>
          <p:cNvPr id="17" name="Content Placeholder 5">
            <a:extLst>
              <a:ext uri="{FF2B5EF4-FFF2-40B4-BE49-F238E27FC236}">
                <a16:creationId xmlns:a16="http://schemas.microsoft.com/office/drawing/2014/main" id="{19C0F938-9D0C-5A4A-88E0-B35A6354FED5}"/>
              </a:ext>
            </a:extLst>
          </p:cNvPr>
          <p:cNvSpPr>
            <a:spLocks noGrp="1"/>
          </p:cNvSpPr>
          <p:nvPr>
            <p:ph sz="quarter" idx="4" hasCustomPrompt="1"/>
          </p:nvPr>
        </p:nvSpPr>
        <p:spPr>
          <a:xfrm>
            <a:off x="6279032" y="1916674"/>
            <a:ext cx="5019414" cy="4297007"/>
          </a:xfrm>
        </p:spPr>
        <p:txBody>
          <a:bodyPr>
            <a:noAutofit/>
          </a:bodyPr>
          <a:lstStyle>
            <a:lvl1pPr>
              <a:defRPr sz="2000"/>
            </a:lvl1pPr>
            <a:lvl2pPr>
              <a:defRPr sz="1800"/>
            </a:lvl2pPr>
            <a:lvl3pPr>
              <a:defRPr sz="1600"/>
            </a:lvl3pPr>
            <a:lvl4pPr>
              <a:defRPr sz="1400"/>
            </a:lvl4pPr>
            <a:lvl5pPr>
              <a:defRPr sz="140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sp>
        <p:nvSpPr>
          <p:cNvPr id="18" name="Title 1">
            <a:extLst>
              <a:ext uri="{FF2B5EF4-FFF2-40B4-BE49-F238E27FC236}">
                <a16:creationId xmlns:a16="http://schemas.microsoft.com/office/drawing/2014/main" id="{AA6B3909-020A-D743-91AA-0D91317829B3}"/>
              </a:ext>
            </a:extLst>
          </p:cNvPr>
          <p:cNvSpPr>
            <a:spLocks noGrp="1"/>
          </p:cNvSpPr>
          <p:nvPr>
            <p:ph type="title" hasCustomPrompt="1"/>
          </p:nvPr>
        </p:nvSpPr>
        <p:spPr>
          <a:xfrm>
            <a:off x="782846" y="116118"/>
            <a:ext cx="10515600" cy="936851"/>
          </a:xfrm>
        </p:spPr>
        <p:txBody>
          <a:bodyPr/>
          <a:lstStyle>
            <a:lvl1pPr>
              <a:lnSpc>
                <a:spcPct val="100000"/>
              </a:lnSpc>
              <a:defRPr sz="3200" b="1"/>
            </a:lvl1pPr>
          </a:lstStyle>
          <a:p>
            <a:r>
              <a:rPr lang="en-US" dirty="0"/>
              <a:t>Click to Edit Slide Title</a:t>
            </a:r>
          </a:p>
        </p:txBody>
      </p:sp>
      <p:pic>
        <p:nvPicPr>
          <p:cNvPr id="19" name="Picture 18">
            <a:extLst>
              <a:ext uri="{FF2B5EF4-FFF2-40B4-BE49-F238E27FC236}">
                <a16:creationId xmlns:a16="http://schemas.microsoft.com/office/drawing/2014/main" id="{BA10A698-2044-2D4E-AF3E-DCC805D08746}"/>
              </a:ext>
            </a:extLst>
          </p:cNvPr>
          <p:cNvPicPr>
            <a:picLocks noChangeAspect="1"/>
          </p:cNvPicPr>
          <p:nvPr userDrawn="1"/>
        </p:nvPicPr>
        <p:blipFill rotWithShape="1">
          <a:blip r:embed="rId3">
            <a:alphaModFix/>
            <a:extLst>
              <a:ext uri="{28A0092B-C50C-407E-A947-70E740481C1C}">
                <a14:useLocalDpi xmlns:a14="http://schemas.microsoft.com/office/drawing/2010/main" val="0"/>
              </a:ext>
            </a:extLst>
          </a:blip>
          <a:srcRect l="34308" t="-6444" b="-5697"/>
          <a:stretch/>
        </p:blipFill>
        <p:spPr>
          <a:xfrm>
            <a:off x="0" y="0"/>
            <a:ext cx="678612" cy="1169089"/>
          </a:xfrm>
          <a:prstGeom prst="rect">
            <a:avLst/>
          </a:prstGeom>
        </p:spPr>
      </p:pic>
      <p:sp>
        <p:nvSpPr>
          <p:cNvPr id="26" name="Text Placeholder 4">
            <a:extLst>
              <a:ext uri="{FF2B5EF4-FFF2-40B4-BE49-F238E27FC236}">
                <a16:creationId xmlns:a16="http://schemas.microsoft.com/office/drawing/2014/main" id="{EE0DBF7E-5E06-974E-8257-E8EE6646E49C}"/>
              </a:ext>
            </a:extLst>
          </p:cNvPr>
          <p:cNvSpPr>
            <a:spLocks noGrp="1"/>
          </p:cNvSpPr>
          <p:nvPr>
            <p:ph type="body" sz="quarter" idx="13" hasCustomPrompt="1"/>
          </p:nvPr>
        </p:nvSpPr>
        <p:spPr>
          <a:xfrm>
            <a:off x="782846" y="1230731"/>
            <a:ext cx="5019414" cy="658451"/>
          </a:xfrm>
        </p:spPr>
        <p:txBody>
          <a:bodyPr anchor="b">
            <a:noAutofit/>
          </a:bodyPr>
          <a:lstStyle>
            <a:lvl1pPr marL="0" indent="0">
              <a:buNone/>
              <a:defRPr sz="2000" b="1" spc="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SUBTITLE</a:t>
            </a:r>
          </a:p>
        </p:txBody>
      </p:sp>
      <p:sp>
        <p:nvSpPr>
          <p:cNvPr id="27" name="Footer Placeholder 4">
            <a:extLst>
              <a:ext uri="{FF2B5EF4-FFF2-40B4-BE49-F238E27FC236}">
                <a16:creationId xmlns:a16="http://schemas.microsoft.com/office/drawing/2014/main" id="{1B0C947D-6D16-234C-AAF3-68861D49E653}"/>
              </a:ext>
            </a:extLst>
          </p:cNvPr>
          <p:cNvSpPr>
            <a:spLocks noGrp="1"/>
          </p:cNvSpPr>
          <p:nvPr>
            <p:ph type="ftr" sz="quarter" idx="11"/>
          </p:nvPr>
        </p:nvSpPr>
        <p:spPr>
          <a:xfrm>
            <a:off x="568416" y="6443926"/>
            <a:ext cx="3919330" cy="365125"/>
          </a:xfrm>
        </p:spPr>
        <p:txBody>
          <a:bodyPr/>
          <a:lstStyle>
            <a:lvl1pPr algn="l">
              <a:defRPr sz="900" b="0">
                <a:solidFill>
                  <a:schemeClr val="tx1"/>
                </a:solidFill>
              </a:defRPr>
            </a:lvl1pPr>
          </a:lstStyle>
          <a:p>
            <a:r>
              <a:rPr lang="en-US" dirty="0"/>
              <a:t>IRIDIUM PROPRIETARY BUSINESS INFORMATION</a:t>
            </a:r>
          </a:p>
        </p:txBody>
      </p:sp>
      <p:sp>
        <p:nvSpPr>
          <p:cNvPr id="28" name="Slide Number Placeholder 5">
            <a:extLst>
              <a:ext uri="{FF2B5EF4-FFF2-40B4-BE49-F238E27FC236}">
                <a16:creationId xmlns:a16="http://schemas.microsoft.com/office/drawing/2014/main" id="{AB16073A-0FEA-164B-BB1A-BAE690DFE744}"/>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spTree>
    <p:extLst>
      <p:ext uri="{BB962C8B-B14F-4D97-AF65-F5344CB8AC3E}">
        <p14:creationId xmlns:p14="http://schemas.microsoft.com/office/powerpoint/2010/main" val="4285801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C0FF8FF-BEBD-1741-912A-77B8FAFBF1B8}"/>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text, clipart&#10;&#10;Description automatically generated">
            <a:extLst>
              <a:ext uri="{FF2B5EF4-FFF2-40B4-BE49-F238E27FC236}">
                <a16:creationId xmlns:a16="http://schemas.microsoft.com/office/drawing/2014/main" id="{00535E58-E99E-8549-B998-2ADD2EC178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4487" y="6500902"/>
            <a:ext cx="1362301" cy="246231"/>
          </a:xfrm>
          <a:prstGeom prst="rect">
            <a:avLst/>
          </a:prstGeom>
        </p:spPr>
      </p:pic>
      <p:sp>
        <p:nvSpPr>
          <p:cNvPr id="26" name="Title 1">
            <a:extLst>
              <a:ext uri="{FF2B5EF4-FFF2-40B4-BE49-F238E27FC236}">
                <a16:creationId xmlns:a16="http://schemas.microsoft.com/office/drawing/2014/main" id="{563F748B-55CE-314E-BFAA-16CD52A6D525}"/>
              </a:ext>
            </a:extLst>
          </p:cNvPr>
          <p:cNvSpPr>
            <a:spLocks noGrp="1"/>
          </p:cNvSpPr>
          <p:nvPr>
            <p:ph type="title" hasCustomPrompt="1"/>
          </p:nvPr>
        </p:nvSpPr>
        <p:spPr>
          <a:xfrm>
            <a:off x="782846" y="116118"/>
            <a:ext cx="10515600" cy="936851"/>
          </a:xfrm>
        </p:spPr>
        <p:txBody>
          <a:bodyPr/>
          <a:lstStyle>
            <a:lvl1pPr>
              <a:lnSpc>
                <a:spcPct val="100000"/>
              </a:lnSpc>
              <a:defRPr sz="3200" b="1"/>
            </a:lvl1pPr>
          </a:lstStyle>
          <a:p>
            <a:r>
              <a:rPr lang="en-US" dirty="0"/>
              <a:t>Click to Edit Slide Title</a:t>
            </a:r>
          </a:p>
        </p:txBody>
      </p:sp>
      <p:pic>
        <p:nvPicPr>
          <p:cNvPr id="27" name="Picture 26">
            <a:extLst>
              <a:ext uri="{FF2B5EF4-FFF2-40B4-BE49-F238E27FC236}">
                <a16:creationId xmlns:a16="http://schemas.microsoft.com/office/drawing/2014/main" id="{AAC96D0F-ADF7-A544-8661-4232E83878FD}"/>
              </a:ext>
            </a:extLst>
          </p:cNvPr>
          <p:cNvPicPr>
            <a:picLocks noChangeAspect="1"/>
          </p:cNvPicPr>
          <p:nvPr userDrawn="1"/>
        </p:nvPicPr>
        <p:blipFill rotWithShape="1">
          <a:blip r:embed="rId3">
            <a:alphaModFix/>
            <a:extLst>
              <a:ext uri="{28A0092B-C50C-407E-A947-70E740481C1C}">
                <a14:useLocalDpi xmlns:a14="http://schemas.microsoft.com/office/drawing/2010/main" val="0"/>
              </a:ext>
            </a:extLst>
          </a:blip>
          <a:srcRect l="34308" t="-6444" b="-5697"/>
          <a:stretch/>
        </p:blipFill>
        <p:spPr>
          <a:xfrm>
            <a:off x="0" y="0"/>
            <a:ext cx="678612" cy="1169089"/>
          </a:xfrm>
          <a:prstGeom prst="rect">
            <a:avLst/>
          </a:prstGeom>
        </p:spPr>
      </p:pic>
      <p:sp>
        <p:nvSpPr>
          <p:cNvPr id="28" name="Footer Placeholder 4">
            <a:extLst>
              <a:ext uri="{FF2B5EF4-FFF2-40B4-BE49-F238E27FC236}">
                <a16:creationId xmlns:a16="http://schemas.microsoft.com/office/drawing/2014/main" id="{CD62F54B-89AC-DD47-8F98-A7EBB9BB4AAB}"/>
              </a:ext>
            </a:extLst>
          </p:cNvPr>
          <p:cNvSpPr>
            <a:spLocks noGrp="1"/>
          </p:cNvSpPr>
          <p:nvPr>
            <p:ph type="ftr" sz="quarter" idx="11"/>
          </p:nvPr>
        </p:nvSpPr>
        <p:spPr>
          <a:xfrm>
            <a:off x="568416" y="6443926"/>
            <a:ext cx="3919330" cy="365125"/>
          </a:xfrm>
        </p:spPr>
        <p:txBody>
          <a:bodyPr/>
          <a:lstStyle>
            <a:lvl1pPr algn="l">
              <a:defRPr sz="900" b="0">
                <a:solidFill>
                  <a:schemeClr val="tx1"/>
                </a:solidFill>
              </a:defRPr>
            </a:lvl1pPr>
          </a:lstStyle>
          <a:p>
            <a:r>
              <a:rPr lang="en-US" dirty="0"/>
              <a:t>IRIDIUM PROPRIETARY BUSINESS INFORMATION</a:t>
            </a:r>
          </a:p>
        </p:txBody>
      </p:sp>
      <p:sp>
        <p:nvSpPr>
          <p:cNvPr id="29" name="Slide Number Placeholder 5">
            <a:extLst>
              <a:ext uri="{FF2B5EF4-FFF2-40B4-BE49-F238E27FC236}">
                <a16:creationId xmlns:a16="http://schemas.microsoft.com/office/drawing/2014/main" id="{EEFDAAA2-C685-7E47-A869-EE70C0A3F021}"/>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spTree>
    <p:extLst>
      <p:ext uri="{BB962C8B-B14F-4D97-AF65-F5344CB8AC3E}">
        <p14:creationId xmlns:p14="http://schemas.microsoft.com/office/powerpoint/2010/main" val="170204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C0FF8FF-BEBD-1741-912A-77B8FAFBF1B8}"/>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text, clipart&#10;&#10;Description automatically generated">
            <a:extLst>
              <a:ext uri="{FF2B5EF4-FFF2-40B4-BE49-F238E27FC236}">
                <a16:creationId xmlns:a16="http://schemas.microsoft.com/office/drawing/2014/main" id="{00535E58-E99E-8549-B998-2ADD2EC178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4487" y="6500902"/>
            <a:ext cx="1362301" cy="246231"/>
          </a:xfrm>
          <a:prstGeom prst="rect">
            <a:avLst/>
          </a:prstGeom>
        </p:spPr>
      </p:pic>
      <p:sp>
        <p:nvSpPr>
          <p:cNvPr id="14" name="Footer Placeholder 4">
            <a:extLst>
              <a:ext uri="{FF2B5EF4-FFF2-40B4-BE49-F238E27FC236}">
                <a16:creationId xmlns:a16="http://schemas.microsoft.com/office/drawing/2014/main" id="{DF742332-82E6-BE4A-BD5B-0BA35253959E}"/>
              </a:ext>
            </a:extLst>
          </p:cNvPr>
          <p:cNvSpPr>
            <a:spLocks noGrp="1"/>
          </p:cNvSpPr>
          <p:nvPr>
            <p:ph type="ftr" sz="quarter" idx="11"/>
          </p:nvPr>
        </p:nvSpPr>
        <p:spPr>
          <a:xfrm>
            <a:off x="568416" y="6443926"/>
            <a:ext cx="3919330" cy="365125"/>
          </a:xfrm>
        </p:spPr>
        <p:txBody>
          <a:bodyPr/>
          <a:lstStyle>
            <a:lvl1pPr algn="l">
              <a:defRPr sz="900" b="0">
                <a:solidFill>
                  <a:schemeClr val="tx1"/>
                </a:solidFill>
              </a:defRPr>
            </a:lvl1pPr>
          </a:lstStyle>
          <a:p>
            <a:r>
              <a:rPr lang="en-US" dirty="0"/>
              <a:t>IRIDIUM PROPRIETARY BUSINESS INFORMATION</a:t>
            </a:r>
          </a:p>
        </p:txBody>
      </p:sp>
      <p:sp>
        <p:nvSpPr>
          <p:cNvPr id="15" name="Slide Number Placeholder 5">
            <a:extLst>
              <a:ext uri="{FF2B5EF4-FFF2-40B4-BE49-F238E27FC236}">
                <a16:creationId xmlns:a16="http://schemas.microsoft.com/office/drawing/2014/main" id="{0416D61E-23B7-2245-9096-E090A497C1A7}"/>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spTree>
    <p:extLst>
      <p:ext uri="{BB962C8B-B14F-4D97-AF65-F5344CB8AC3E}">
        <p14:creationId xmlns:p14="http://schemas.microsoft.com/office/powerpoint/2010/main" val="2299671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Option 1)">
    <p:spTree>
      <p:nvGrpSpPr>
        <p:cNvPr id="1" name=""/>
        <p:cNvGrpSpPr/>
        <p:nvPr/>
      </p:nvGrpSpPr>
      <p:grpSpPr>
        <a:xfrm>
          <a:off x="0" y="0"/>
          <a:ext cx="0" cy="0"/>
          <a:chOff x="0" y="0"/>
          <a:chExt cx="0" cy="0"/>
        </a:xfrm>
      </p:grpSpPr>
      <p:pic>
        <p:nvPicPr>
          <p:cNvPr id="8" name="Picture 7" descr="A picture containing text, clipart&#10;&#10;Description automatically generated">
            <a:extLst>
              <a:ext uri="{FF2B5EF4-FFF2-40B4-BE49-F238E27FC236}">
                <a16:creationId xmlns:a16="http://schemas.microsoft.com/office/drawing/2014/main" id="{4F13E11F-7A24-A940-B1D3-38F49919C9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4487" y="6500902"/>
            <a:ext cx="1362301" cy="246231"/>
          </a:xfrm>
          <a:prstGeom prst="rect">
            <a:avLst/>
          </a:prstGeom>
        </p:spPr>
      </p:pic>
      <p:pic>
        <p:nvPicPr>
          <p:cNvPr id="15" name="Picture 14">
            <a:extLst>
              <a:ext uri="{FF2B5EF4-FFF2-40B4-BE49-F238E27FC236}">
                <a16:creationId xmlns:a16="http://schemas.microsoft.com/office/drawing/2014/main" id="{72C2E5AB-4B50-004F-86C3-2599B83B362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5585" r="14885"/>
          <a:stretch/>
        </p:blipFill>
        <p:spPr>
          <a:xfrm>
            <a:off x="5952216" y="0"/>
            <a:ext cx="6239784" cy="6245525"/>
          </a:xfrm>
          <a:prstGeom prst="rect">
            <a:avLst/>
          </a:prstGeom>
        </p:spPr>
      </p:pic>
      <p:sp>
        <p:nvSpPr>
          <p:cNvPr id="10" name="Title 1">
            <a:extLst>
              <a:ext uri="{FF2B5EF4-FFF2-40B4-BE49-F238E27FC236}">
                <a16:creationId xmlns:a16="http://schemas.microsoft.com/office/drawing/2014/main" id="{46D1C05D-9277-2F4B-A735-030320C3E15E}"/>
              </a:ext>
            </a:extLst>
          </p:cNvPr>
          <p:cNvSpPr>
            <a:spLocks noGrp="1"/>
          </p:cNvSpPr>
          <p:nvPr>
            <p:ph type="ctrTitle" hasCustomPrompt="1"/>
          </p:nvPr>
        </p:nvSpPr>
        <p:spPr>
          <a:xfrm>
            <a:off x="1461008" y="1957996"/>
            <a:ext cx="8982416" cy="2726147"/>
          </a:xfrm>
          <a:solidFill>
            <a:schemeClr val="tx1"/>
          </a:solidFill>
        </p:spPr>
        <p:txBody>
          <a:bodyPr anchor="ctr" anchorCtr="0">
            <a:noAutofit/>
          </a:bodyPr>
          <a:lstStyle>
            <a:lvl1pPr algn="ctr">
              <a:lnSpc>
                <a:spcPct val="100000"/>
              </a:lnSpc>
              <a:defRPr sz="3600" b="1">
                <a:solidFill>
                  <a:schemeClr val="bg1"/>
                </a:solidFill>
              </a:defRPr>
            </a:lvl1pPr>
          </a:lstStyle>
          <a:p>
            <a:r>
              <a:rPr lang="en-US" dirty="0"/>
              <a:t>Click to Edit Closing Text</a:t>
            </a:r>
          </a:p>
        </p:txBody>
      </p:sp>
      <p:sp>
        <p:nvSpPr>
          <p:cNvPr id="5" name="Rectangle 4">
            <a:extLst>
              <a:ext uri="{FF2B5EF4-FFF2-40B4-BE49-F238E27FC236}">
                <a16:creationId xmlns:a16="http://schemas.microsoft.com/office/drawing/2014/main" id="{3EA50A83-403E-446C-9CC9-7EA14F4704FB}"/>
              </a:ext>
            </a:extLst>
          </p:cNvPr>
          <p:cNvSpPr/>
          <p:nvPr userDrawn="1"/>
        </p:nvSpPr>
        <p:spPr>
          <a:xfrm>
            <a:off x="1357491" y="1962309"/>
            <a:ext cx="103517" cy="27218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1239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losing (Option 2)">
    <p:spTree>
      <p:nvGrpSpPr>
        <p:cNvPr id="1" name=""/>
        <p:cNvGrpSpPr/>
        <p:nvPr/>
      </p:nvGrpSpPr>
      <p:grpSpPr>
        <a:xfrm>
          <a:off x="0" y="0"/>
          <a:ext cx="0" cy="0"/>
          <a:chOff x="0" y="0"/>
          <a:chExt cx="0" cy="0"/>
        </a:xfrm>
      </p:grpSpPr>
      <p:pic>
        <p:nvPicPr>
          <p:cNvPr id="8" name="Picture 7" descr="A picture containing text, clipart&#10;&#10;Description automatically generated">
            <a:extLst>
              <a:ext uri="{FF2B5EF4-FFF2-40B4-BE49-F238E27FC236}">
                <a16:creationId xmlns:a16="http://schemas.microsoft.com/office/drawing/2014/main" id="{4F13E11F-7A24-A940-B1D3-38F49919C9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4487" y="6500902"/>
            <a:ext cx="1362301" cy="246231"/>
          </a:xfrm>
          <a:prstGeom prst="rect">
            <a:avLst/>
          </a:prstGeom>
        </p:spPr>
      </p:pic>
      <p:pic>
        <p:nvPicPr>
          <p:cNvPr id="15" name="Picture 14">
            <a:extLst>
              <a:ext uri="{FF2B5EF4-FFF2-40B4-BE49-F238E27FC236}">
                <a16:creationId xmlns:a16="http://schemas.microsoft.com/office/drawing/2014/main" id="{72C2E5AB-4B50-004F-86C3-2599B83B362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5585" r="14885"/>
          <a:stretch/>
        </p:blipFill>
        <p:spPr>
          <a:xfrm>
            <a:off x="5952216" y="0"/>
            <a:ext cx="6239784" cy="6245525"/>
          </a:xfrm>
          <a:prstGeom prst="rect">
            <a:avLst/>
          </a:prstGeom>
        </p:spPr>
      </p:pic>
      <p:sp>
        <p:nvSpPr>
          <p:cNvPr id="10" name="Title 1">
            <a:extLst>
              <a:ext uri="{FF2B5EF4-FFF2-40B4-BE49-F238E27FC236}">
                <a16:creationId xmlns:a16="http://schemas.microsoft.com/office/drawing/2014/main" id="{46D1C05D-9277-2F4B-A735-030320C3E15E}"/>
              </a:ext>
            </a:extLst>
          </p:cNvPr>
          <p:cNvSpPr>
            <a:spLocks noGrp="1"/>
          </p:cNvSpPr>
          <p:nvPr>
            <p:ph type="ctrTitle" hasCustomPrompt="1"/>
          </p:nvPr>
        </p:nvSpPr>
        <p:spPr>
          <a:xfrm>
            <a:off x="1461008" y="1957996"/>
            <a:ext cx="8982416" cy="2726147"/>
          </a:xfrm>
          <a:solidFill>
            <a:schemeClr val="tx1"/>
          </a:solidFill>
        </p:spPr>
        <p:txBody>
          <a:bodyPr anchor="ctr" anchorCtr="0">
            <a:noAutofit/>
          </a:bodyPr>
          <a:lstStyle>
            <a:lvl1pPr algn="ctr">
              <a:lnSpc>
                <a:spcPct val="100000"/>
              </a:lnSpc>
              <a:defRPr sz="3600" b="1">
                <a:solidFill>
                  <a:schemeClr val="bg1"/>
                </a:solidFill>
              </a:defRPr>
            </a:lvl1pPr>
          </a:lstStyle>
          <a:p>
            <a:r>
              <a:rPr lang="en-US" dirty="0"/>
              <a:t>Click to Edit Closing Text</a:t>
            </a:r>
          </a:p>
        </p:txBody>
      </p:sp>
      <p:grpSp>
        <p:nvGrpSpPr>
          <p:cNvPr id="2" name="Group 1">
            <a:extLst>
              <a:ext uri="{FF2B5EF4-FFF2-40B4-BE49-F238E27FC236}">
                <a16:creationId xmlns:a16="http://schemas.microsoft.com/office/drawing/2014/main" id="{62BA2E44-E645-48E8-B542-26184EFB5A09}"/>
              </a:ext>
            </a:extLst>
          </p:cNvPr>
          <p:cNvGrpSpPr/>
          <p:nvPr userDrawn="1"/>
        </p:nvGrpSpPr>
        <p:grpSpPr>
          <a:xfrm>
            <a:off x="1461008" y="4827798"/>
            <a:ext cx="1483024" cy="434960"/>
            <a:chOff x="1461008" y="4827798"/>
            <a:chExt cx="1483024" cy="434960"/>
          </a:xfrm>
        </p:grpSpPr>
        <p:sp>
          <p:nvSpPr>
            <p:cNvPr id="19" name="Rectangle 18">
              <a:extLst>
                <a:ext uri="{FF2B5EF4-FFF2-40B4-BE49-F238E27FC236}">
                  <a16:creationId xmlns:a16="http://schemas.microsoft.com/office/drawing/2014/main" id="{0C2D95E8-B497-4B0D-85A0-6205D0338863}"/>
                </a:ext>
              </a:extLst>
            </p:cNvPr>
            <p:cNvSpPr/>
            <p:nvPr/>
          </p:nvSpPr>
          <p:spPr>
            <a:xfrm>
              <a:off x="1808785" y="4922168"/>
              <a:ext cx="1135247" cy="246221"/>
            </a:xfrm>
            <a:prstGeom prst="rect">
              <a:avLst/>
            </a:prstGeom>
          </p:spPr>
          <p:txBody>
            <a:bodyPr wrap="none">
              <a:spAutoFit/>
            </a:bodyPr>
            <a:lstStyle/>
            <a:p>
              <a:r>
                <a:rPr lang="en-US" sz="1000" b="1" dirty="0">
                  <a:solidFill>
                    <a:schemeClr val="tx1"/>
                  </a:solidFill>
                  <a:latin typeface="Arial" panose="020B0604020202020204" pitchFamily="34" charset="0"/>
                  <a:cs typeface="Arial" panose="020B0604020202020204" pitchFamily="34" charset="0"/>
                </a:rPr>
                <a:t>@IridiumComm</a:t>
              </a:r>
              <a:endParaRPr lang="en-US" sz="1000" b="1" i="0" dirty="0">
                <a:solidFill>
                  <a:schemeClr val="tx1"/>
                </a:solidFill>
                <a:effectLst/>
                <a:latin typeface="Arial" panose="020B0604020202020204" pitchFamily="34" charset="0"/>
                <a:cs typeface="Arial" panose="020B0604020202020204" pitchFamily="34" charset="0"/>
              </a:endParaRPr>
            </a:p>
          </p:txBody>
        </p:sp>
        <p:pic>
          <p:nvPicPr>
            <p:cNvPr id="20" name="Picture 2" descr="Twitter icon">
              <a:extLst>
                <a:ext uri="{FF2B5EF4-FFF2-40B4-BE49-F238E27FC236}">
                  <a16:creationId xmlns:a16="http://schemas.microsoft.com/office/drawing/2014/main" id="{3CD3372C-1692-44B9-AEAA-83A780C3C3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1008" y="4827798"/>
              <a:ext cx="434961" cy="434960"/>
            </a:xfrm>
            <a:prstGeom prst="rect">
              <a:avLst/>
            </a:prstGeom>
            <a:noFill/>
            <a:extLst>
              <a:ext uri="{909E8E84-426E-40dd-AFC4-6F175D3DCCD1}">
                <a14:hiddenFill xmlns:a14="http://schemas.microsoft.com/office/drawing/2010/main" xmlns="">
                  <a:solidFill>
                    <a:srgbClr val="FFFFFF"/>
                  </a:solidFill>
                </a14:hiddenFill>
              </a:ext>
            </a:extLst>
          </p:spPr>
        </p:pic>
      </p:grpSp>
      <p:grpSp>
        <p:nvGrpSpPr>
          <p:cNvPr id="21" name="Group 20">
            <a:extLst>
              <a:ext uri="{FF2B5EF4-FFF2-40B4-BE49-F238E27FC236}">
                <a16:creationId xmlns:a16="http://schemas.microsoft.com/office/drawing/2014/main" id="{B8DD971A-4F38-4657-86B3-66FD870D582C}"/>
              </a:ext>
            </a:extLst>
          </p:cNvPr>
          <p:cNvGrpSpPr/>
          <p:nvPr userDrawn="1"/>
        </p:nvGrpSpPr>
        <p:grpSpPr>
          <a:xfrm>
            <a:off x="5824712" y="4827798"/>
            <a:ext cx="1478200" cy="434960"/>
            <a:chOff x="5936850" y="4827798"/>
            <a:chExt cx="1478200" cy="434960"/>
          </a:xfrm>
        </p:grpSpPr>
        <p:pic>
          <p:nvPicPr>
            <p:cNvPr id="17" name="Picture 16">
              <a:extLst>
                <a:ext uri="{FF2B5EF4-FFF2-40B4-BE49-F238E27FC236}">
                  <a16:creationId xmlns:a16="http://schemas.microsoft.com/office/drawing/2014/main" id="{19F8DB5C-46CD-4A5A-B2AC-A5AE2290247A}"/>
                </a:ext>
              </a:extLst>
            </p:cNvPr>
            <p:cNvPicPr>
              <a:picLocks noChangeAspect="1"/>
            </p:cNvPicPr>
            <p:nvPr userDrawn="1"/>
          </p:nvPicPr>
          <p:blipFill>
            <a:blip r:embed="rId5"/>
            <a:stretch>
              <a:fillRect/>
            </a:stretch>
          </p:blipFill>
          <p:spPr>
            <a:xfrm>
              <a:off x="5936850" y="4827798"/>
              <a:ext cx="347623" cy="434960"/>
            </a:xfrm>
            <a:prstGeom prst="rect">
              <a:avLst/>
            </a:prstGeom>
          </p:spPr>
        </p:pic>
        <p:sp>
          <p:nvSpPr>
            <p:cNvPr id="18" name="Rectangle 17">
              <a:extLst>
                <a:ext uri="{FF2B5EF4-FFF2-40B4-BE49-F238E27FC236}">
                  <a16:creationId xmlns:a16="http://schemas.microsoft.com/office/drawing/2014/main" id="{D06B9E2C-460D-4C82-A95E-E83C7CF8C9DF}"/>
                </a:ext>
              </a:extLst>
            </p:cNvPr>
            <p:cNvSpPr/>
            <p:nvPr userDrawn="1"/>
          </p:nvSpPr>
          <p:spPr>
            <a:xfrm>
              <a:off x="6284473" y="4922168"/>
              <a:ext cx="1130577" cy="246221"/>
            </a:xfrm>
            <a:prstGeom prst="rect">
              <a:avLst/>
            </a:prstGeom>
          </p:spPr>
          <p:txBody>
            <a:bodyPr wrap="square">
              <a:spAutoFit/>
            </a:bodyPr>
            <a:lstStyle/>
            <a:p>
              <a:r>
                <a:rPr lang="en-US" sz="1000" b="1" dirty="0">
                  <a:solidFill>
                    <a:schemeClr val="tx1"/>
                  </a:solidFill>
                  <a:latin typeface="Arial" panose="020B0604020202020204" pitchFamily="34" charset="0"/>
                  <a:cs typeface="Arial" panose="020B0604020202020204" pitchFamily="34" charset="0"/>
                </a:rPr>
                <a:t>@IridiumComm</a:t>
              </a:r>
              <a:endParaRPr lang="en-US" sz="1000" b="1" i="0" dirty="0">
                <a:solidFill>
                  <a:schemeClr val="tx1"/>
                </a:solidFill>
                <a:effectLst/>
                <a:latin typeface="Arial" panose="020B0604020202020204" pitchFamily="34" charset="0"/>
                <a:cs typeface="Arial" panose="020B0604020202020204" pitchFamily="34" charset="0"/>
              </a:endParaRPr>
            </a:p>
          </p:txBody>
        </p:sp>
      </p:grpSp>
      <p:grpSp>
        <p:nvGrpSpPr>
          <p:cNvPr id="4" name="Group 3">
            <a:extLst>
              <a:ext uri="{FF2B5EF4-FFF2-40B4-BE49-F238E27FC236}">
                <a16:creationId xmlns:a16="http://schemas.microsoft.com/office/drawing/2014/main" id="{9BF21C6B-7B6D-42FD-A033-B578924613E3}"/>
              </a:ext>
            </a:extLst>
          </p:cNvPr>
          <p:cNvGrpSpPr/>
          <p:nvPr userDrawn="1"/>
        </p:nvGrpSpPr>
        <p:grpSpPr>
          <a:xfrm>
            <a:off x="4570737" y="4871467"/>
            <a:ext cx="1071424" cy="347622"/>
            <a:chOff x="4639263" y="4871467"/>
            <a:chExt cx="1071424" cy="347622"/>
          </a:xfrm>
        </p:grpSpPr>
        <p:sp>
          <p:nvSpPr>
            <p:cNvPr id="14" name="Rectangle 13">
              <a:extLst>
                <a:ext uri="{FF2B5EF4-FFF2-40B4-BE49-F238E27FC236}">
                  <a16:creationId xmlns:a16="http://schemas.microsoft.com/office/drawing/2014/main" id="{66901F4A-2E5F-4266-A75E-13846A6FEA76}"/>
                </a:ext>
              </a:extLst>
            </p:cNvPr>
            <p:cNvSpPr/>
            <p:nvPr userDrawn="1"/>
          </p:nvSpPr>
          <p:spPr>
            <a:xfrm>
              <a:off x="4978260" y="4922167"/>
              <a:ext cx="732427" cy="246222"/>
            </a:xfrm>
            <a:prstGeom prst="rect">
              <a:avLst/>
            </a:prstGeom>
          </p:spPr>
          <p:txBody>
            <a:bodyPr wrap="square">
              <a:spAutoFit/>
            </a:bodyPr>
            <a:lstStyle/>
            <a:p>
              <a:r>
                <a:rPr lang="en-US" sz="1000" b="1" dirty="0">
                  <a:solidFill>
                    <a:schemeClr val="tx1"/>
                  </a:solidFill>
                  <a:latin typeface="Arial" panose="020B0604020202020204" pitchFamily="34" charset="0"/>
                  <a:cs typeface="Arial" panose="020B0604020202020204" pitchFamily="34" charset="0"/>
                </a:rPr>
                <a:t>@Iridium</a:t>
              </a:r>
              <a:endParaRPr lang="en-US" sz="1000" b="1" i="0" dirty="0">
                <a:solidFill>
                  <a:schemeClr val="tx1"/>
                </a:solidFill>
                <a:effectLst/>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C103885B-BD75-4CD3-A1C7-ACDD804368B5}"/>
                </a:ext>
              </a:extLst>
            </p:cNvPr>
            <p:cNvPicPr>
              <a:picLocks noChangeAspect="1"/>
            </p:cNvPicPr>
            <p:nvPr userDrawn="1"/>
          </p:nvPicPr>
          <p:blipFill>
            <a:blip r:embed="rId6"/>
            <a:stretch>
              <a:fillRect/>
            </a:stretch>
          </p:blipFill>
          <p:spPr>
            <a:xfrm>
              <a:off x="4639263" y="4871467"/>
              <a:ext cx="347622" cy="347622"/>
            </a:xfrm>
            <a:prstGeom prst="rect">
              <a:avLst/>
            </a:prstGeom>
          </p:spPr>
        </p:pic>
      </p:grpSp>
      <p:grpSp>
        <p:nvGrpSpPr>
          <p:cNvPr id="3" name="Group 2">
            <a:extLst>
              <a:ext uri="{FF2B5EF4-FFF2-40B4-BE49-F238E27FC236}">
                <a16:creationId xmlns:a16="http://schemas.microsoft.com/office/drawing/2014/main" id="{30495691-BFC2-4CE2-852D-2FD154ACBB9C}"/>
              </a:ext>
            </a:extLst>
          </p:cNvPr>
          <p:cNvGrpSpPr/>
          <p:nvPr userDrawn="1"/>
        </p:nvGrpSpPr>
        <p:grpSpPr>
          <a:xfrm>
            <a:off x="3126583" y="4871467"/>
            <a:ext cx="1261603" cy="347622"/>
            <a:chOff x="3107484" y="4871467"/>
            <a:chExt cx="1261603" cy="347622"/>
          </a:xfrm>
        </p:grpSpPr>
        <p:pic>
          <p:nvPicPr>
            <p:cNvPr id="12" name="Picture 2" descr="Facebook, social media, social icon - Free download">
              <a:extLst>
                <a:ext uri="{FF2B5EF4-FFF2-40B4-BE49-F238E27FC236}">
                  <a16:creationId xmlns:a16="http://schemas.microsoft.com/office/drawing/2014/main" id="{1505D18E-5856-46A6-8CF5-F3D0333CEEB9}"/>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107484" y="4871467"/>
              <a:ext cx="347623" cy="347622"/>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6B0A30E3-088E-4A60-A139-AEE4C845FFB0}"/>
                </a:ext>
              </a:extLst>
            </p:cNvPr>
            <p:cNvSpPr/>
            <p:nvPr userDrawn="1"/>
          </p:nvSpPr>
          <p:spPr>
            <a:xfrm>
              <a:off x="3440319" y="4922167"/>
              <a:ext cx="928768" cy="246222"/>
            </a:xfrm>
            <a:prstGeom prst="rect">
              <a:avLst/>
            </a:prstGeom>
          </p:spPr>
          <p:txBody>
            <a:bodyPr wrap="square">
              <a:spAutoFit/>
            </a:bodyPr>
            <a:lstStyle/>
            <a:p>
              <a:r>
                <a:rPr lang="en-US" sz="1000" b="1" dirty="0">
                  <a:solidFill>
                    <a:schemeClr val="tx1"/>
                  </a:solidFill>
                  <a:latin typeface="Arial" panose="020B0604020202020204" pitchFamily="34" charset="0"/>
                  <a:cs typeface="Arial" panose="020B0604020202020204" pitchFamily="34" charset="0"/>
                </a:rPr>
                <a:t>@MyIridium</a:t>
              </a:r>
              <a:endParaRPr lang="en-US" sz="1000" b="1" i="0" dirty="0">
                <a:solidFill>
                  <a:schemeClr val="tx1"/>
                </a:solidFill>
                <a:effectLst/>
                <a:latin typeface="Arial" panose="020B0604020202020204" pitchFamily="34" charset="0"/>
                <a:cs typeface="Arial" panose="020B0604020202020204" pitchFamily="34" charset="0"/>
              </a:endParaRPr>
            </a:p>
          </p:txBody>
        </p:sp>
      </p:grpSp>
      <p:sp>
        <p:nvSpPr>
          <p:cNvPr id="22" name="Rectangle 21">
            <a:extLst>
              <a:ext uri="{FF2B5EF4-FFF2-40B4-BE49-F238E27FC236}">
                <a16:creationId xmlns:a16="http://schemas.microsoft.com/office/drawing/2014/main" id="{E78A831A-CE86-4F7F-8CF0-26763967D8CD}"/>
              </a:ext>
            </a:extLst>
          </p:cNvPr>
          <p:cNvSpPr/>
          <p:nvPr userDrawn="1"/>
        </p:nvSpPr>
        <p:spPr>
          <a:xfrm>
            <a:off x="1357491" y="1962309"/>
            <a:ext cx="103517" cy="27218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618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17C4EBD-F3B6-DB42-A8A0-9E5A141316DE}"/>
              </a:ext>
            </a:extLst>
          </p:cNvPr>
          <p:cNvSpPr>
            <a:spLocks noGrp="1"/>
          </p:cNvSpPr>
          <p:nvPr>
            <p:ph type="ctrTitle" hasCustomPrompt="1"/>
          </p:nvPr>
        </p:nvSpPr>
        <p:spPr>
          <a:xfrm>
            <a:off x="397145" y="1807716"/>
            <a:ext cx="5038455" cy="2001013"/>
          </a:xfrm>
        </p:spPr>
        <p:txBody>
          <a:bodyPr anchor="b"/>
          <a:lstStyle>
            <a:lvl1pPr algn="l">
              <a:lnSpc>
                <a:spcPct val="100000"/>
              </a:lnSpc>
              <a:defRPr sz="3600" b="1"/>
            </a:lvl1pPr>
          </a:lstStyle>
          <a:p>
            <a:r>
              <a:rPr lang="en-US" dirty="0"/>
              <a:t>Click to Edit Presentation Title</a:t>
            </a:r>
          </a:p>
        </p:txBody>
      </p:sp>
      <p:sp>
        <p:nvSpPr>
          <p:cNvPr id="5" name="Subtitle 2">
            <a:extLst>
              <a:ext uri="{FF2B5EF4-FFF2-40B4-BE49-F238E27FC236}">
                <a16:creationId xmlns:a16="http://schemas.microsoft.com/office/drawing/2014/main" id="{7D341223-EAE0-DF41-8766-7BC26623480E}"/>
              </a:ext>
            </a:extLst>
          </p:cNvPr>
          <p:cNvSpPr>
            <a:spLocks noGrp="1"/>
          </p:cNvSpPr>
          <p:nvPr>
            <p:ph type="subTitle" idx="1" hasCustomPrompt="1"/>
          </p:nvPr>
        </p:nvSpPr>
        <p:spPr>
          <a:xfrm>
            <a:off x="397145" y="4244244"/>
            <a:ext cx="4898755" cy="1655762"/>
          </a:xfrm>
        </p:spPr>
        <p:txBody>
          <a:bodyPr>
            <a:noAutofit/>
          </a:bodyPr>
          <a:lstStyle>
            <a:lvl1pPr marL="0" indent="0" algn="l">
              <a:lnSpc>
                <a:spcPct val="100000"/>
              </a:lnSpc>
              <a:spcBef>
                <a:spcPts val="0"/>
              </a:spcBef>
              <a:buNone/>
              <a:defRPr sz="20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8" name="Rectangle 7">
            <a:extLst>
              <a:ext uri="{FF2B5EF4-FFF2-40B4-BE49-F238E27FC236}">
                <a16:creationId xmlns:a16="http://schemas.microsoft.com/office/drawing/2014/main" id="{C77E68B8-3B4F-AF4F-8151-A5AF4A96B3ED}"/>
              </a:ext>
            </a:extLst>
          </p:cNvPr>
          <p:cNvSpPr/>
          <p:nvPr userDrawn="1"/>
        </p:nvSpPr>
        <p:spPr>
          <a:xfrm>
            <a:off x="351323" y="4049777"/>
            <a:ext cx="3457101" cy="45719"/>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p>
        </p:txBody>
      </p:sp>
      <p:pic>
        <p:nvPicPr>
          <p:cNvPr id="9" name="Picture 8" descr="Logo&#10;&#10;Description automatically generated">
            <a:extLst>
              <a:ext uri="{FF2B5EF4-FFF2-40B4-BE49-F238E27FC236}">
                <a16:creationId xmlns:a16="http://schemas.microsoft.com/office/drawing/2014/main" id="{182D2A11-5123-407F-BE10-C03659CD0875}"/>
              </a:ext>
            </a:extLst>
          </p:cNvPr>
          <p:cNvPicPr>
            <a:picLocks noChangeAspect="1"/>
          </p:cNvPicPr>
          <p:nvPr userDrawn="1"/>
        </p:nvPicPr>
        <p:blipFill>
          <a:blip r:embed="rId2"/>
          <a:stretch>
            <a:fillRect/>
          </a:stretch>
        </p:blipFill>
        <p:spPr>
          <a:xfrm>
            <a:off x="310672" y="6127242"/>
            <a:ext cx="2149959" cy="580489"/>
          </a:xfrm>
          <a:prstGeom prst="rect">
            <a:avLst/>
          </a:prstGeom>
        </p:spPr>
      </p:pic>
      <p:pic>
        <p:nvPicPr>
          <p:cNvPr id="7" name="Picture 6">
            <a:extLst>
              <a:ext uri="{FF2B5EF4-FFF2-40B4-BE49-F238E27FC236}">
                <a16:creationId xmlns:a16="http://schemas.microsoft.com/office/drawing/2014/main" id="{DE27822C-793B-4E29-B57B-D86972208977}"/>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2684" t="12224" r="12098"/>
          <a:stretch/>
        </p:blipFill>
        <p:spPr>
          <a:xfrm>
            <a:off x="4697306" y="1"/>
            <a:ext cx="7494694" cy="6599274"/>
          </a:xfrm>
          <a:prstGeom prst="rect">
            <a:avLst/>
          </a:prstGeom>
        </p:spPr>
      </p:pic>
    </p:spTree>
    <p:extLst>
      <p:ext uri="{BB962C8B-B14F-4D97-AF65-F5344CB8AC3E}">
        <p14:creationId xmlns:p14="http://schemas.microsoft.com/office/powerpoint/2010/main" val="2699920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gal Disclosures">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E80248D-2B01-4819-B3A0-89D420E12B2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5054"/>
          <a:stretch/>
        </p:blipFill>
        <p:spPr>
          <a:xfrm>
            <a:off x="-1797" y="57379"/>
            <a:ext cx="678612" cy="1054327"/>
          </a:xfrm>
          <a:prstGeom prst="rect">
            <a:avLst/>
          </a:prstGeom>
        </p:spPr>
      </p:pic>
      <p:sp>
        <p:nvSpPr>
          <p:cNvPr id="8" name="Rectangle 7">
            <a:extLst>
              <a:ext uri="{FF2B5EF4-FFF2-40B4-BE49-F238E27FC236}">
                <a16:creationId xmlns:a16="http://schemas.microsoft.com/office/drawing/2014/main" id="{4C0FF8FF-BEBD-1741-912A-77B8FAFBF1B8}"/>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940E909-88E9-9A49-8319-9F192CED8DD6}"/>
              </a:ext>
            </a:extLst>
          </p:cNvPr>
          <p:cNvSpPr>
            <a:spLocks noGrp="1"/>
          </p:cNvSpPr>
          <p:nvPr>
            <p:ph type="title" hasCustomPrompt="1"/>
          </p:nvPr>
        </p:nvSpPr>
        <p:spPr>
          <a:xfrm>
            <a:off x="782846" y="116118"/>
            <a:ext cx="10515600" cy="936851"/>
          </a:xfrm>
        </p:spPr>
        <p:txBody>
          <a:bodyPr/>
          <a:lstStyle>
            <a:lvl1pPr>
              <a:lnSpc>
                <a:spcPct val="100000"/>
              </a:lnSpc>
              <a:defRPr sz="3200" b="1"/>
            </a:lvl1pPr>
          </a:lstStyle>
          <a:p>
            <a:r>
              <a:rPr lang="en-US" dirty="0"/>
              <a:t>Legal Disclosures</a:t>
            </a:r>
          </a:p>
        </p:txBody>
      </p:sp>
      <p:sp>
        <p:nvSpPr>
          <p:cNvPr id="15" name="Content Placeholder 2">
            <a:extLst>
              <a:ext uri="{FF2B5EF4-FFF2-40B4-BE49-F238E27FC236}">
                <a16:creationId xmlns:a16="http://schemas.microsoft.com/office/drawing/2014/main" id="{F6745613-57F6-014D-97CA-A5CD261C81CD}"/>
              </a:ext>
            </a:extLst>
          </p:cNvPr>
          <p:cNvSpPr>
            <a:spLocks noGrp="1"/>
          </p:cNvSpPr>
          <p:nvPr>
            <p:ph idx="1" hasCustomPrompt="1"/>
          </p:nvPr>
        </p:nvSpPr>
        <p:spPr>
          <a:xfrm>
            <a:off x="782846" y="1169088"/>
            <a:ext cx="10515600" cy="5044286"/>
          </a:xfrm>
        </p:spPr>
        <p:txBody>
          <a:bodyPr>
            <a:noAutofit/>
          </a:bodyPr>
          <a:lstStyle>
            <a:lvl1pPr>
              <a:defRPr sz="2000" b="0"/>
            </a:lvl1pPr>
            <a:lvl2pPr>
              <a:defRPr sz="2000"/>
            </a:lvl2pPr>
            <a:lvl3pPr>
              <a:defRPr sz="1800"/>
            </a:lvl3pPr>
            <a:lvl4pPr>
              <a:defRPr sz="1600"/>
            </a:lvl4pPr>
            <a:lvl5pPr>
              <a:defRPr sz="160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sp>
        <p:nvSpPr>
          <p:cNvPr id="17" name="Footer Placeholder 4">
            <a:extLst>
              <a:ext uri="{FF2B5EF4-FFF2-40B4-BE49-F238E27FC236}">
                <a16:creationId xmlns:a16="http://schemas.microsoft.com/office/drawing/2014/main" id="{47CCA169-C9AA-8B4D-A822-2E3C0F622148}"/>
              </a:ext>
            </a:extLst>
          </p:cNvPr>
          <p:cNvSpPr>
            <a:spLocks noGrp="1"/>
          </p:cNvSpPr>
          <p:nvPr>
            <p:ph type="ftr" sz="quarter" idx="11"/>
          </p:nvPr>
        </p:nvSpPr>
        <p:spPr>
          <a:xfrm>
            <a:off x="568416" y="6443926"/>
            <a:ext cx="3919330" cy="365125"/>
          </a:xfrm>
        </p:spPr>
        <p:txBody>
          <a:bodyPr/>
          <a:lstStyle>
            <a:lvl1pPr algn="l">
              <a:defRPr sz="900" b="0">
                <a:solidFill>
                  <a:schemeClr val="bg1"/>
                </a:solidFill>
              </a:defRPr>
            </a:lvl1pPr>
          </a:lstStyle>
          <a:p>
            <a:r>
              <a:rPr lang="en-US"/>
              <a:t>IRIDIUM PROPRIETARY BUSINESS INFORMATION</a:t>
            </a:r>
            <a:endParaRPr lang="en-US" dirty="0">
              <a:solidFill>
                <a:schemeClr val="bg1"/>
              </a:solidFill>
            </a:endParaRPr>
          </a:p>
        </p:txBody>
      </p:sp>
      <p:sp>
        <p:nvSpPr>
          <p:cNvPr id="18" name="Slide Number Placeholder 5">
            <a:extLst>
              <a:ext uri="{FF2B5EF4-FFF2-40B4-BE49-F238E27FC236}">
                <a16:creationId xmlns:a16="http://schemas.microsoft.com/office/drawing/2014/main" id="{56EF6814-F783-1C4F-BF35-C0A44B026FE7}"/>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pic>
        <p:nvPicPr>
          <p:cNvPr id="11" name="Picture 10" descr="Logo&#10;&#10;Description automatically generated">
            <a:extLst>
              <a:ext uri="{FF2B5EF4-FFF2-40B4-BE49-F238E27FC236}">
                <a16:creationId xmlns:a16="http://schemas.microsoft.com/office/drawing/2014/main" id="{D7B8626E-5F4A-47DC-BB0A-11BA40C21433}"/>
              </a:ext>
            </a:extLst>
          </p:cNvPr>
          <p:cNvPicPr>
            <a:picLocks noChangeAspect="1"/>
          </p:cNvPicPr>
          <p:nvPr userDrawn="1"/>
        </p:nvPicPr>
        <p:blipFill>
          <a:blip r:embed="rId3"/>
          <a:stretch>
            <a:fillRect/>
          </a:stretch>
        </p:blipFill>
        <p:spPr>
          <a:xfrm>
            <a:off x="10601865" y="6417908"/>
            <a:ext cx="1511726" cy="408166"/>
          </a:xfrm>
          <a:prstGeom prst="rect">
            <a:avLst/>
          </a:prstGeom>
        </p:spPr>
      </p:pic>
    </p:spTree>
    <p:extLst>
      <p:ext uri="{BB962C8B-B14F-4D97-AF65-F5344CB8AC3E}">
        <p14:creationId xmlns:p14="http://schemas.microsoft.com/office/powerpoint/2010/main" val="15140117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5C14F1A-DE9C-44B5-8E16-F7926750643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128" t="14290" r="16759" b="-2066"/>
          <a:stretch/>
        </p:blipFill>
        <p:spPr>
          <a:xfrm>
            <a:off x="5235068" y="0"/>
            <a:ext cx="6956932" cy="6599274"/>
          </a:xfrm>
          <a:prstGeom prst="rect">
            <a:avLst/>
          </a:prstGeom>
        </p:spPr>
      </p:pic>
      <p:sp>
        <p:nvSpPr>
          <p:cNvPr id="7" name="Title 1">
            <a:extLst>
              <a:ext uri="{FF2B5EF4-FFF2-40B4-BE49-F238E27FC236}">
                <a16:creationId xmlns:a16="http://schemas.microsoft.com/office/drawing/2014/main" id="{A4EAEE2E-A693-5343-B820-E63AAF3623E1}"/>
              </a:ext>
            </a:extLst>
          </p:cNvPr>
          <p:cNvSpPr>
            <a:spLocks noGrp="1"/>
          </p:cNvSpPr>
          <p:nvPr>
            <p:ph type="title" hasCustomPrompt="1"/>
          </p:nvPr>
        </p:nvSpPr>
        <p:spPr>
          <a:xfrm>
            <a:off x="103516" y="3114136"/>
            <a:ext cx="8878899" cy="1577983"/>
          </a:xfrm>
          <a:solidFill>
            <a:schemeClr val="bg1"/>
          </a:solidFill>
        </p:spPr>
        <p:txBody>
          <a:bodyPr anchor="ctr"/>
          <a:lstStyle>
            <a:lvl1pPr algn="ctr">
              <a:defRPr sz="3200" b="1">
                <a:solidFill>
                  <a:schemeClr val="tx1"/>
                </a:solidFill>
              </a:defRPr>
            </a:lvl1pPr>
          </a:lstStyle>
          <a:p>
            <a:r>
              <a:rPr lang="en-US" dirty="0"/>
              <a:t>Click to Edit Section Title</a:t>
            </a:r>
          </a:p>
        </p:txBody>
      </p:sp>
      <p:sp>
        <p:nvSpPr>
          <p:cNvPr id="17" name="Footer Placeholder 4">
            <a:extLst>
              <a:ext uri="{FF2B5EF4-FFF2-40B4-BE49-F238E27FC236}">
                <a16:creationId xmlns:a16="http://schemas.microsoft.com/office/drawing/2014/main" id="{D209A8D2-5F8B-D54E-8A5D-AA8D95CD2C5D}"/>
              </a:ext>
            </a:extLst>
          </p:cNvPr>
          <p:cNvSpPr>
            <a:spLocks noGrp="1"/>
          </p:cNvSpPr>
          <p:nvPr>
            <p:ph type="ftr" sz="quarter" idx="11"/>
          </p:nvPr>
        </p:nvSpPr>
        <p:spPr>
          <a:xfrm>
            <a:off x="568416" y="6443926"/>
            <a:ext cx="3919330" cy="365125"/>
          </a:xfrm>
        </p:spPr>
        <p:txBody>
          <a:bodyPr/>
          <a:lstStyle>
            <a:lvl1pPr algn="l">
              <a:defRPr sz="900" b="0">
                <a:solidFill>
                  <a:schemeClr val="bg1"/>
                </a:solidFill>
              </a:defRPr>
            </a:lvl1pPr>
          </a:lstStyle>
          <a:p>
            <a:r>
              <a:rPr lang="en-US"/>
              <a:t>IRIDIUM PROPRIETARY BUSINESS INFORMATION</a:t>
            </a:r>
            <a:endParaRPr lang="en-US" dirty="0">
              <a:solidFill>
                <a:schemeClr val="bg1"/>
              </a:solidFill>
            </a:endParaRPr>
          </a:p>
        </p:txBody>
      </p:sp>
      <p:sp>
        <p:nvSpPr>
          <p:cNvPr id="18" name="Slide Number Placeholder 5">
            <a:extLst>
              <a:ext uri="{FF2B5EF4-FFF2-40B4-BE49-F238E27FC236}">
                <a16:creationId xmlns:a16="http://schemas.microsoft.com/office/drawing/2014/main" id="{9B45CBF8-4256-6644-85E6-1B6582045257}"/>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sp>
        <p:nvSpPr>
          <p:cNvPr id="2" name="Rectangle 1">
            <a:extLst>
              <a:ext uri="{FF2B5EF4-FFF2-40B4-BE49-F238E27FC236}">
                <a16:creationId xmlns:a16="http://schemas.microsoft.com/office/drawing/2014/main" id="{3BC55037-D37C-4FE2-A4E2-9471CE394C99}"/>
              </a:ext>
            </a:extLst>
          </p:cNvPr>
          <p:cNvSpPr/>
          <p:nvPr userDrawn="1"/>
        </p:nvSpPr>
        <p:spPr>
          <a:xfrm>
            <a:off x="0" y="3114135"/>
            <a:ext cx="103517" cy="15779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Logo&#10;&#10;Description automatically generated">
            <a:extLst>
              <a:ext uri="{FF2B5EF4-FFF2-40B4-BE49-F238E27FC236}">
                <a16:creationId xmlns:a16="http://schemas.microsoft.com/office/drawing/2014/main" id="{44455A8D-6C07-4CF7-8CDD-CBD9B4869C9E}"/>
              </a:ext>
            </a:extLst>
          </p:cNvPr>
          <p:cNvPicPr>
            <a:picLocks noChangeAspect="1"/>
          </p:cNvPicPr>
          <p:nvPr userDrawn="1"/>
        </p:nvPicPr>
        <p:blipFill>
          <a:blip r:embed="rId3"/>
          <a:stretch>
            <a:fillRect/>
          </a:stretch>
        </p:blipFill>
        <p:spPr>
          <a:xfrm>
            <a:off x="10601865" y="6417908"/>
            <a:ext cx="1511726" cy="408166"/>
          </a:xfrm>
          <a:prstGeom prst="rect">
            <a:avLst/>
          </a:prstGeom>
        </p:spPr>
      </p:pic>
    </p:spTree>
    <p:extLst>
      <p:ext uri="{BB962C8B-B14F-4D97-AF65-F5344CB8AC3E}">
        <p14:creationId xmlns:p14="http://schemas.microsoft.com/office/powerpoint/2010/main" val="3947893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C0FF8FF-BEBD-1741-912A-77B8FAFBF1B8}"/>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940E909-88E9-9A49-8319-9F192CED8DD6}"/>
              </a:ext>
            </a:extLst>
          </p:cNvPr>
          <p:cNvSpPr>
            <a:spLocks noGrp="1"/>
          </p:cNvSpPr>
          <p:nvPr>
            <p:ph type="title" hasCustomPrompt="1"/>
          </p:nvPr>
        </p:nvSpPr>
        <p:spPr>
          <a:xfrm>
            <a:off x="782846" y="116118"/>
            <a:ext cx="10515600" cy="936851"/>
          </a:xfrm>
        </p:spPr>
        <p:txBody>
          <a:bodyPr/>
          <a:lstStyle>
            <a:lvl1pPr>
              <a:lnSpc>
                <a:spcPct val="100000"/>
              </a:lnSpc>
              <a:defRPr sz="3200" b="1"/>
            </a:lvl1pPr>
          </a:lstStyle>
          <a:p>
            <a:r>
              <a:rPr lang="en-US" dirty="0"/>
              <a:t>Click to Edit Slide Title</a:t>
            </a:r>
          </a:p>
        </p:txBody>
      </p:sp>
      <p:sp>
        <p:nvSpPr>
          <p:cNvPr id="15" name="Content Placeholder 2">
            <a:extLst>
              <a:ext uri="{FF2B5EF4-FFF2-40B4-BE49-F238E27FC236}">
                <a16:creationId xmlns:a16="http://schemas.microsoft.com/office/drawing/2014/main" id="{F6745613-57F6-014D-97CA-A5CD261C81CD}"/>
              </a:ext>
            </a:extLst>
          </p:cNvPr>
          <p:cNvSpPr>
            <a:spLocks noGrp="1"/>
          </p:cNvSpPr>
          <p:nvPr>
            <p:ph idx="1" hasCustomPrompt="1"/>
          </p:nvPr>
        </p:nvSpPr>
        <p:spPr>
          <a:xfrm>
            <a:off x="782846" y="1169088"/>
            <a:ext cx="10515600" cy="5044286"/>
          </a:xfrm>
        </p:spPr>
        <p:txBody>
          <a:bodyPr>
            <a:noAutofit/>
          </a:bodyPr>
          <a:lstStyle>
            <a:lvl1pPr>
              <a:defRPr sz="2000" b="0"/>
            </a:lvl1pPr>
            <a:lvl2pPr>
              <a:defRPr sz="2000"/>
            </a:lvl2pPr>
            <a:lvl3pPr>
              <a:defRPr sz="1800"/>
            </a:lvl3pPr>
            <a:lvl4pPr>
              <a:defRPr sz="1600"/>
            </a:lvl4pPr>
            <a:lvl5pPr>
              <a:defRPr sz="160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sp>
        <p:nvSpPr>
          <p:cNvPr id="19" name="Footer Placeholder 4">
            <a:extLst>
              <a:ext uri="{FF2B5EF4-FFF2-40B4-BE49-F238E27FC236}">
                <a16:creationId xmlns:a16="http://schemas.microsoft.com/office/drawing/2014/main" id="{9B0CBDC3-70C5-1D41-ABCB-27C43FCAC683}"/>
              </a:ext>
            </a:extLst>
          </p:cNvPr>
          <p:cNvSpPr>
            <a:spLocks noGrp="1"/>
          </p:cNvSpPr>
          <p:nvPr>
            <p:ph type="ftr" sz="quarter" idx="11"/>
          </p:nvPr>
        </p:nvSpPr>
        <p:spPr>
          <a:xfrm>
            <a:off x="568416" y="6443926"/>
            <a:ext cx="3919330" cy="365125"/>
          </a:xfrm>
        </p:spPr>
        <p:txBody>
          <a:bodyPr/>
          <a:lstStyle>
            <a:lvl1pPr algn="l">
              <a:defRPr sz="900" b="0">
                <a:solidFill>
                  <a:schemeClr val="bg1"/>
                </a:solidFill>
              </a:defRPr>
            </a:lvl1pPr>
          </a:lstStyle>
          <a:p>
            <a:r>
              <a:rPr lang="en-US"/>
              <a:t>IRIDIUM PROPRIETARY BUSINESS INFORMATION</a:t>
            </a:r>
            <a:endParaRPr lang="en-US" dirty="0">
              <a:solidFill>
                <a:schemeClr val="bg1"/>
              </a:solidFill>
            </a:endParaRPr>
          </a:p>
        </p:txBody>
      </p:sp>
      <p:sp>
        <p:nvSpPr>
          <p:cNvPr id="20" name="Slide Number Placeholder 5">
            <a:extLst>
              <a:ext uri="{FF2B5EF4-FFF2-40B4-BE49-F238E27FC236}">
                <a16:creationId xmlns:a16="http://schemas.microsoft.com/office/drawing/2014/main" id="{250020A2-36AF-0D42-957E-F6E1F0930947}"/>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C857063C-6F44-4179-A1DE-0994CA3978DF}"/>
              </a:ext>
            </a:extLst>
          </p:cNvPr>
          <p:cNvPicPr>
            <a:picLocks noChangeAspect="1"/>
          </p:cNvPicPr>
          <p:nvPr userDrawn="1"/>
        </p:nvPicPr>
        <p:blipFill>
          <a:blip r:embed="rId2"/>
          <a:stretch>
            <a:fillRect/>
          </a:stretch>
        </p:blipFill>
        <p:spPr>
          <a:xfrm>
            <a:off x="10601865" y="6417908"/>
            <a:ext cx="1511726" cy="408166"/>
          </a:xfrm>
          <a:prstGeom prst="rect">
            <a:avLst/>
          </a:prstGeom>
        </p:spPr>
      </p:pic>
      <p:pic>
        <p:nvPicPr>
          <p:cNvPr id="9" name="Picture 8">
            <a:extLst>
              <a:ext uri="{FF2B5EF4-FFF2-40B4-BE49-F238E27FC236}">
                <a16:creationId xmlns:a16="http://schemas.microsoft.com/office/drawing/2014/main" id="{6B384E6A-70A3-4728-9E08-100C31BFA69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5054"/>
          <a:stretch/>
        </p:blipFill>
        <p:spPr>
          <a:xfrm>
            <a:off x="-1797" y="57379"/>
            <a:ext cx="678612" cy="1054327"/>
          </a:xfrm>
          <a:prstGeom prst="rect">
            <a:avLst/>
          </a:prstGeom>
        </p:spPr>
      </p:pic>
    </p:spTree>
    <p:extLst>
      <p:ext uri="{BB962C8B-B14F-4D97-AF65-F5344CB8AC3E}">
        <p14:creationId xmlns:p14="http://schemas.microsoft.com/office/powerpoint/2010/main" val="1086215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6443475-3A60-9A46-8737-FD975510F15C}"/>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39FE8532-FEED-964D-B059-2D6BB3589487}"/>
              </a:ext>
            </a:extLst>
          </p:cNvPr>
          <p:cNvSpPr>
            <a:spLocks noGrp="1"/>
          </p:cNvSpPr>
          <p:nvPr>
            <p:ph sz="half" idx="1" hasCustomPrompt="1"/>
          </p:nvPr>
        </p:nvSpPr>
        <p:spPr>
          <a:xfrm>
            <a:off x="782846" y="1164437"/>
            <a:ext cx="5181600" cy="5049244"/>
          </a:xfrm>
        </p:spPr>
        <p:txBody>
          <a:bodyPr>
            <a:noAutofit/>
          </a:bodyPr>
          <a:lstStyle>
            <a:lvl1pPr>
              <a:defRPr sz="2000"/>
            </a:lvl1pPr>
            <a:lvl2pPr>
              <a:defRPr sz="2000"/>
            </a:lvl2pPr>
            <a:lvl3pPr>
              <a:defRPr sz="1800"/>
            </a:lvl3pPr>
            <a:lvl4pPr>
              <a:defRPr sz="1600"/>
            </a:lvl4pPr>
            <a:lvl5pPr>
              <a:defRPr sz="160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sp>
        <p:nvSpPr>
          <p:cNvPr id="15" name="Content Placeholder 3">
            <a:extLst>
              <a:ext uri="{FF2B5EF4-FFF2-40B4-BE49-F238E27FC236}">
                <a16:creationId xmlns:a16="http://schemas.microsoft.com/office/drawing/2014/main" id="{C9AEA258-FBEF-AE42-AA50-B996803C0825}"/>
              </a:ext>
            </a:extLst>
          </p:cNvPr>
          <p:cNvSpPr>
            <a:spLocks noGrp="1"/>
          </p:cNvSpPr>
          <p:nvPr>
            <p:ph sz="half" idx="2" hasCustomPrompt="1"/>
          </p:nvPr>
        </p:nvSpPr>
        <p:spPr>
          <a:xfrm>
            <a:off x="6116846" y="1164437"/>
            <a:ext cx="5181600" cy="5049244"/>
          </a:xfrm>
        </p:spPr>
        <p:txBody>
          <a:bodyPr/>
          <a:lstStyle>
            <a:lvl1pPr>
              <a:defRPr sz="2000" b="0"/>
            </a:lvl1pPr>
            <a:lvl2pPr>
              <a:defRPr sz="2000" b="0"/>
            </a:lvl2pPr>
            <a:lvl3pPr>
              <a:defRPr sz="1800" b="0"/>
            </a:lvl3pPr>
            <a:lvl4pPr>
              <a:defRPr sz="1600" b="0"/>
            </a:lvl4pPr>
            <a:lvl5pPr>
              <a:defRPr sz="1600" b="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sp>
        <p:nvSpPr>
          <p:cNvPr id="17" name="Title 1">
            <a:extLst>
              <a:ext uri="{FF2B5EF4-FFF2-40B4-BE49-F238E27FC236}">
                <a16:creationId xmlns:a16="http://schemas.microsoft.com/office/drawing/2014/main" id="{E7740D53-1165-C843-8D29-5AE8670CE2C9}"/>
              </a:ext>
            </a:extLst>
          </p:cNvPr>
          <p:cNvSpPr>
            <a:spLocks noGrp="1"/>
          </p:cNvSpPr>
          <p:nvPr>
            <p:ph type="title" hasCustomPrompt="1"/>
          </p:nvPr>
        </p:nvSpPr>
        <p:spPr>
          <a:xfrm>
            <a:off x="782846" y="117921"/>
            <a:ext cx="10515600" cy="936851"/>
          </a:xfrm>
        </p:spPr>
        <p:txBody>
          <a:bodyPr/>
          <a:lstStyle>
            <a:lvl1pPr>
              <a:lnSpc>
                <a:spcPct val="100000"/>
              </a:lnSpc>
              <a:defRPr sz="3200" b="1"/>
            </a:lvl1pPr>
          </a:lstStyle>
          <a:p>
            <a:r>
              <a:rPr lang="en-US" dirty="0"/>
              <a:t>Click to Edit Slide Title</a:t>
            </a:r>
          </a:p>
        </p:txBody>
      </p:sp>
      <p:sp>
        <p:nvSpPr>
          <p:cNvPr id="22" name="Footer Placeholder 4">
            <a:extLst>
              <a:ext uri="{FF2B5EF4-FFF2-40B4-BE49-F238E27FC236}">
                <a16:creationId xmlns:a16="http://schemas.microsoft.com/office/drawing/2014/main" id="{C2FD309F-DAC0-224C-8BBB-F4A250EDCC05}"/>
              </a:ext>
            </a:extLst>
          </p:cNvPr>
          <p:cNvSpPr>
            <a:spLocks noGrp="1"/>
          </p:cNvSpPr>
          <p:nvPr>
            <p:ph type="ftr" sz="quarter" idx="11"/>
          </p:nvPr>
        </p:nvSpPr>
        <p:spPr>
          <a:xfrm>
            <a:off x="568416" y="6443926"/>
            <a:ext cx="3919330" cy="365125"/>
          </a:xfrm>
        </p:spPr>
        <p:txBody>
          <a:bodyPr/>
          <a:lstStyle>
            <a:lvl1pPr algn="l">
              <a:defRPr sz="900" b="0">
                <a:solidFill>
                  <a:schemeClr val="bg1"/>
                </a:solidFill>
              </a:defRPr>
            </a:lvl1pPr>
          </a:lstStyle>
          <a:p>
            <a:r>
              <a:rPr lang="en-US"/>
              <a:t>IRIDIUM PROPRIETARY BUSINESS INFORMATION</a:t>
            </a:r>
            <a:endParaRPr lang="en-US" dirty="0">
              <a:solidFill>
                <a:schemeClr val="bg1"/>
              </a:solidFill>
            </a:endParaRPr>
          </a:p>
        </p:txBody>
      </p:sp>
      <p:sp>
        <p:nvSpPr>
          <p:cNvPr id="23" name="Slide Number Placeholder 5">
            <a:extLst>
              <a:ext uri="{FF2B5EF4-FFF2-40B4-BE49-F238E27FC236}">
                <a16:creationId xmlns:a16="http://schemas.microsoft.com/office/drawing/2014/main" id="{6D4A02F6-9D91-D248-895A-748EF66A4917}"/>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444C92D2-F79C-4FC3-8D26-9DCD5A325546}"/>
              </a:ext>
            </a:extLst>
          </p:cNvPr>
          <p:cNvPicPr>
            <a:picLocks noChangeAspect="1"/>
          </p:cNvPicPr>
          <p:nvPr userDrawn="1"/>
        </p:nvPicPr>
        <p:blipFill>
          <a:blip r:embed="rId2"/>
          <a:stretch>
            <a:fillRect/>
          </a:stretch>
        </p:blipFill>
        <p:spPr>
          <a:xfrm>
            <a:off x="10601865" y="6417908"/>
            <a:ext cx="1511726" cy="408166"/>
          </a:xfrm>
          <a:prstGeom prst="rect">
            <a:avLst/>
          </a:prstGeom>
        </p:spPr>
      </p:pic>
      <p:pic>
        <p:nvPicPr>
          <p:cNvPr id="11" name="Picture 10">
            <a:extLst>
              <a:ext uri="{FF2B5EF4-FFF2-40B4-BE49-F238E27FC236}">
                <a16:creationId xmlns:a16="http://schemas.microsoft.com/office/drawing/2014/main" id="{1C7B4C0A-1C41-4FB5-87E7-CA83F658FF4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5054"/>
          <a:stretch/>
        </p:blipFill>
        <p:spPr>
          <a:xfrm>
            <a:off x="-1797" y="57379"/>
            <a:ext cx="678612" cy="1054327"/>
          </a:xfrm>
          <a:prstGeom prst="rect">
            <a:avLst/>
          </a:prstGeom>
        </p:spPr>
      </p:pic>
    </p:spTree>
    <p:extLst>
      <p:ext uri="{BB962C8B-B14F-4D97-AF65-F5344CB8AC3E}">
        <p14:creationId xmlns:p14="http://schemas.microsoft.com/office/powerpoint/2010/main" val="745403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D211913-45F0-2D42-9490-BF880CB2F3D6}"/>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3">
            <a:extLst>
              <a:ext uri="{FF2B5EF4-FFF2-40B4-BE49-F238E27FC236}">
                <a16:creationId xmlns:a16="http://schemas.microsoft.com/office/drawing/2014/main" id="{169B29AB-DF24-E04D-9728-582A34308D50}"/>
              </a:ext>
            </a:extLst>
          </p:cNvPr>
          <p:cNvSpPr>
            <a:spLocks noGrp="1"/>
          </p:cNvSpPr>
          <p:nvPr>
            <p:ph sz="half" idx="2" hasCustomPrompt="1"/>
          </p:nvPr>
        </p:nvSpPr>
        <p:spPr>
          <a:xfrm>
            <a:off x="782846" y="1916674"/>
            <a:ext cx="5019414" cy="4297007"/>
          </a:xfrm>
        </p:spPr>
        <p:txBody>
          <a:bodyPr>
            <a:noAutofit/>
          </a:bodyPr>
          <a:lstStyle>
            <a:lvl1pPr>
              <a:defRPr sz="2000"/>
            </a:lvl1pPr>
            <a:lvl2pPr>
              <a:defRPr sz="1800"/>
            </a:lvl2pPr>
            <a:lvl3pPr>
              <a:defRPr sz="1600"/>
            </a:lvl3pPr>
            <a:lvl4pPr>
              <a:defRPr sz="1400"/>
            </a:lvl4pPr>
            <a:lvl5pPr>
              <a:defRPr sz="140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sp>
        <p:nvSpPr>
          <p:cNvPr id="16" name="Text Placeholder 4">
            <a:extLst>
              <a:ext uri="{FF2B5EF4-FFF2-40B4-BE49-F238E27FC236}">
                <a16:creationId xmlns:a16="http://schemas.microsoft.com/office/drawing/2014/main" id="{4A2D1894-E727-EC46-9EEF-8B4C13FF1FEE}"/>
              </a:ext>
            </a:extLst>
          </p:cNvPr>
          <p:cNvSpPr>
            <a:spLocks noGrp="1"/>
          </p:cNvSpPr>
          <p:nvPr>
            <p:ph type="body" sz="quarter" idx="3" hasCustomPrompt="1"/>
          </p:nvPr>
        </p:nvSpPr>
        <p:spPr>
          <a:xfrm>
            <a:off x="6279032" y="1230731"/>
            <a:ext cx="5019414" cy="658451"/>
          </a:xfrm>
        </p:spPr>
        <p:txBody>
          <a:bodyPr anchor="b">
            <a:noAutofit/>
          </a:bodyPr>
          <a:lstStyle>
            <a:lvl1pPr marL="0" indent="0">
              <a:buNone/>
              <a:defRPr sz="2000" b="1" spc="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SUBTITLE</a:t>
            </a:r>
          </a:p>
        </p:txBody>
      </p:sp>
      <p:sp>
        <p:nvSpPr>
          <p:cNvPr id="17" name="Content Placeholder 5">
            <a:extLst>
              <a:ext uri="{FF2B5EF4-FFF2-40B4-BE49-F238E27FC236}">
                <a16:creationId xmlns:a16="http://schemas.microsoft.com/office/drawing/2014/main" id="{19C0F938-9D0C-5A4A-88E0-B35A6354FED5}"/>
              </a:ext>
            </a:extLst>
          </p:cNvPr>
          <p:cNvSpPr>
            <a:spLocks noGrp="1"/>
          </p:cNvSpPr>
          <p:nvPr>
            <p:ph sz="quarter" idx="4" hasCustomPrompt="1"/>
          </p:nvPr>
        </p:nvSpPr>
        <p:spPr>
          <a:xfrm>
            <a:off x="6279032" y="1916674"/>
            <a:ext cx="5019414" cy="4297007"/>
          </a:xfrm>
        </p:spPr>
        <p:txBody>
          <a:bodyPr>
            <a:noAutofit/>
          </a:bodyPr>
          <a:lstStyle>
            <a:lvl1pPr>
              <a:defRPr sz="2000"/>
            </a:lvl1pPr>
            <a:lvl2pPr>
              <a:defRPr sz="1800"/>
            </a:lvl2pPr>
            <a:lvl3pPr>
              <a:defRPr sz="1600"/>
            </a:lvl3pPr>
            <a:lvl4pPr>
              <a:defRPr sz="1400"/>
            </a:lvl4pPr>
            <a:lvl5pPr>
              <a:defRPr sz="1400"/>
            </a:lvl5pPr>
          </a:lstStyle>
          <a:p>
            <a:pPr lvl="0"/>
            <a:r>
              <a:rPr lang="en-US" dirty="0"/>
              <a:t>Click to edit text</a:t>
            </a:r>
          </a:p>
          <a:p>
            <a:pPr lvl="1"/>
            <a:r>
              <a:rPr lang="en-US" dirty="0"/>
              <a:t>Bullet Level 1</a:t>
            </a:r>
          </a:p>
          <a:p>
            <a:pPr lvl="2"/>
            <a:r>
              <a:rPr lang="en-US" dirty="0"/>
              <a:t>Bullet Level 2</a:t>
            </a:r>
          </a:p>
          <a:p>
            <a:pPr lvl="3"/>
            <a:r>
              <a:rPr lang="en-US" dirty="0"/>
              <a:t>Bullet Level 3</a:t>
            </a:r>
          </a:p>
          <a:p>
            <a:pPr lvl="4"/>
            <a:r>
              <a:rPr lang="en-US" dirty="0"/>
              <a:t>Bullet Level 4</a:t>
            </a:r>
          </a:p>
        </p:txBody>
      </p:sp>
      <p:sp>
        <p:nvSpPr>
          <p:cNvPr id="18" name="Title 1">
            <a:extLst>
              <a:ext uri="{FF2B5EF4-FFF2-40B4-BE49-F238E27FC236}">
                <a16:creationId xmlns:a16="http://schemas.microsoft.com/office/drawing/2014/main" id="{AA6B3909-020A-D743-91AA-0D91317829B3}"/>
              </a:ext>
            </a:extLst>
          </p:cNvPr>
          <p:cNvSpPr>
            <a:spLocks noGrp="1"/>
          </p:cNvSpPr>
          <p:nvPr>
            <p:ph type="title" hasCustomPrompt="1"/>
          </p:nvPr>
        </p:nvSpPr>
        <p:spPr>
          <a:xfrm>
            <a:off x="782846" y="116118"/>
            <a:ext cx="10515600" cy="936851"/>
          </a:xfrm>
        </p:spPr>
        <p:txBody>
          <a:bodyPr/>
          <a:lstStyle>
            <a:lvl1pPr>
              <a:lnSpc>
                <a:spcPct val="100000"/>
              </a:lnSpc>
              <a:defRPr sz="3200" b="1"/>
            </a:lvl1pPr>
          </a:lstStyle>
          <a:p>
            <a:r>
              <a:rPr lang="en-US" dirty="0"/>
              <a:t>Click to Edit Slide Title</a:t>
            </a:r>
          </a:p>
        </p:txBody>
      </p:sp>
      <p:sp>
        <p:nvSpPr>
          <p:cNvPr id="26" name="Text Placeholder 4">
            <a:extLst>
              <a:ext uri="{FF2B5EF4-FFF2-40B4-BE49-F238E27FC236}">
                <a16:creationId xmlns:a16="http://schemas.microsoft.com/office/drawing/2014/main" id="{EE0DBF7E-5E06-974E-8257-E8EE6646E49C}"/>
              </a:ext>
            </a:extLst>
          </p:cNvPr>
          <p:cNvSpPr>
            <a:spLocks noGrp="1"/>
          </p:cNvSpPr>
          <p:nvPr>
            <p:ph type="body" sz="quarter" idx="13" hasCustomPrompt="1"/>
          </p:nvPr>
        </p:nvSpPr>
        <p:spPr>
          <a:xfrm>
            <a:off x="782846" y="1230731"/>
            <a:ext cx="5019414" cy="658451"/>
          </a:xfrm>
        </p:spPr>
        <p:txBody>
          <a:bodyPr anchor="b">
            <a:noAutofit/>
          </a:bodyPr>
          <a:lstStyle>
            <a:lvl1pPr marL="0" indent="0">
              <a:buNone/>
              <a:defRPr sz="2000" b="1" spc="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SUBTITLE</a:t>
            </a:r>
          </a:p>
        </p:txBody>
      </p:sp>
      <p:sp>
        <p:nvSpPr>
          <p:cNvPr id="27" name="Footer Placeholder 4">
            <a:extLst>
              <a:ext uri="{FF2B5EF4-FFF2-40B4-BE49-F238E27FC236}">
                <a16:creationId xmlns:a16="http://schemas.microsoft.com/office/drawing/2014/main" id="{1B0C947D-6D16-234C-AAF3-68861D49E653}"/>
              </a:ext>
            </a:extLst>
          </p:cNvPr>
          <p:cNvSpPr>
            <a:spLocks noGrp="1"/>
          </p:cNvSpPr>
          <p:nvPr>
            <p:ph type="ftr" sz="quarter" idx="11"/>
          </p:nvPr>
        </p:nvSpPr>
        <p:spPr>
          <a:xfrm>
            <a:off x="568416" y="6443926"/>
            <a:ext cx="3919330" cy="365125"/>
          </a:xfrm>
        </p:spPr>
        <p:txBody>
          <a:bodyPr/>
          <a:lstStyle>
            <a:lvl1pPr algn="l">
              <a:defRPr sz="900" b="0">
                <a:solidFill>
                  <a:schemeClr val="bg1"/>
                </a:solidFill>
              </a:defRPr>
            </a:lvl1pPr>
          </a:lstStyle>
          <a:p>
            <a:r>
              <a:rPr lang="en-US"/>
              <a:t>IRIDIUM PROPRIETARY BUSINESS INFORMATION</a:t>
            </a:r>
            <a:endParaRPr lang="en-US" dirty="0">
              <a:solidFill>
                <a:schemeClr val="bg1"/>
              </a:solidFill>
            </a:endParaRPr>
          </a:p>
        </p:txBody>
      </p:sp>
      <p:sp>
        <p:nvSpPr>
          <p:cNvPr id="28" name="Slide Number Placeholder 5">
            <a:extLst>
              <a:ext uri="{FF2B5EF4-FFF2-40B4-BE49-F238E27FC236}">
                <a16:creationId xmlns:a16="http://schemas.microsoft.com/office/drawing/2014/main" id="{AB16073A-0FEA-164B-BB1A-BAE690DFE744}"/>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pic>
        <p:nvPicPr>
          <p:cNvPr id="14" name="Picture 13" descr="Logo&#10;&#10;Description automatically generated">
            <a:extLst>
              <a:ext uri="{FF2B5EF4-FFF2-40B4-BE49-F238E27FC236}">
                <a16:creationId xmlns:a16="http://schemas.microsoft.com/office/drawing/2014/main" id="{89DECEC1-517A-4B65-B01A-9C187735E108}"/>
              </a:ext>
            </a:extLst>
          </p:cNvPr>
          <p:cNvPicPr>
            <a:picLocks noChangeAspect="1"/>
          </p:cNvPicPr>
          <p:nvPr userDrawn="1"/>
        </p:nvPicPr>
        <p:blipFill>
          <a:blip r:embed="rId2"/>
          <a:stretch>
            <a:fillRect/>
          </a:stretch>
        </p:blipFill>
        <p:spPr>
          <a:xfrm>
            <a:off x="10601865" y="6417908"/>
            <a:ext cx="1511726" cy="408166"/>
          </a:xfrm>
          <a:prstGeom prst="rect">
            <a:avLst/>
          </a:prstGeom>
        </p:spPr>
      </p:pic>
      <p:pic>
        <p:nvPicPr>
          <p:cNvPr id="13" name="Picture 12">
            <a:extLst>
              <a:ext uri="{FF2B5EF4-FFF2-40B4-BE49-F238E27FC236}">
                <a16:creationId xmlns:a16="http://schemas.microsoft.com/office/drawing/2014/main" id="{7D49858D-AB0C-474A-A5B0-6D983B42866A}"/>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5054"/>
          <a:stretch/>
        </p:blipFill>
        <p:spPr>
          <a:xfrm>
            <a:off x="-1797" y="57379"/>
            <a:ext cx="678612" cy="1054327"/>
          </a:xfrm>
          <a:prstGeom prst="rect">
            <a:avLst/>
          </a:prstGeom>
        </p:spPr>
      </p:pic>
    </p:spTree>
    <p:extLst>
      <p:ext uri="{BB962C8B-B14F-4D97-AF65-F5344CB8AC3E}">
        <p14:creationId xmlns:p14="http://schemas.microsoft.com/office/powerpoint/2010/main" val="3944106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C0FF8FF-BEBD-1741-912A-77B8FAFBF1B8}"/>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
            <a:extLst>
              <a:ext uri="{FF2B5EF4-FFF2-40B4-BE49-F238E27FC236}">
                <a16:creationId xmlns:a16="http://schemas.microsoft.com/office/drawing/2014/main" id="{563F748B-55CE-314E-BFAA-16CD52A6D525}"/>
              </a:ext>
            </a:extLst>
          </p:cNvPr>
          <p:cNvSpPr>
            <a:spLocks noGrp="1"/>
          </p:cNvSpPr>
          <p:nvPr>
            <p:ph type="title" hasCustomPrompt="1"/>
          </p:nvPr>
        </p:nvSpPr>
        <p:spPr>
          <a:xfrm>
            <a:off x="782846" y="116118"/>
            <a:ext cx="10515600" cy="936851"/>
          </a:xfrm>
        </p:spPr>
        <p:txBody>
          <a:bodyPr/>
          <a:lstStyle>
            <a:lvl1pPr>
              <a:lnSpc>
                <a:spcPct val="100000"/>
              </a:lnSpc>
              <a:defRPr sz="3200" b="1"/>
            </a:lvl1pPr>
          </a:lstStyle>
          <a:p>
            <a:r>
              <a:rPr lang="en-US" dirty="0"/>
              <a:t>Click to Edit Slide Title</a:t>
            </a:r>
          </a:p>
        </p:txBody>
      </p:sp>
      <p:sp>
        <p:nvSpPr>
          <p:cNvPr id="28" name="Footer Placeholder 4">
            <a:extLst>
              <a:ext uri="{FF2B5EF4-FFF2-40B4-BE49-F238E27FC236}">
                <a16:creationId xmlns:a16="http://schemas.microsoft.com/office/drawing/2014/main" id="{CD62F54B-89AC-DD47-8F98-A7EBB9BB4AAB}"/>
              </a:ext>
            </a:extLst>
          </p:cNvPr>
          <p:cNvSpPr>
            <a:spLocks noGrp="1"/>
          </p:cNvSpPr>
          <p:nvPr>
            <p:ph type="ftr" sz="quarter" idx="11"/>
          </p:nvPr>
        </p:nvSpPr>
        <p:spPr>
          <a:xfrm>
            <a:off x="568416" y="6443926"/>
            <a:ext cx="3919330" cy="365125"/>
          </a:xfrm>
        </p:spPr>
        <p:txBody>
          <a:bodyPr/>
          <a:lstStyle>
            <a:lvl1pPr algn="l">
              <a:defRPr sz="900" b="0">
                <a:solidFill>
                  <a:schemeClr val="bg1"/>
                </a:solidFill>
              </a:defRPr>
            </a:lvl1pPr>
          </a:lstStyle>
          <a:p>
            <a:r>
              <a:rPr lang="en-US"/>
              <a:t>IRIDIUM PROPRIETARY BUSINESS INFORMATION</a:t>
            </a:r>
            <a:endParaRPr lang="en-US" dirty="0">
              <a:solidFill>
                <a:schemeClr val="bg1"/>
              </a:solidFill>
            </a:endParaRPr>
          </a:p>
        </p:txBody>
      </p:sp>
      <p:sp>
        <p:nvSpPr>
          <p:cNvPr id="29" name="Slide Number Placeholder 5">
            <a:extLst>
              <a:ext uri="{FF2B5EF4-FFF2-40B4-BE49-F238E27FC236}">
                <a16:creationId xmlns:a16="http://schemas.microsoft.com/office/drawing/2014/main" id="{EEFDAAA2-C685-7E47-A869-EE70C0A3F021}"/>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45F880D0-4B38-4B0F-8082-320D2B314C82}"/>
              </a:ext>
            </a:extLst>
          </p:cNvPr>
          <p:cNvPicPr>
            <a:picLocks noChangeAspect="1"/>
          </p:cNvPicPr>
          <p:nvPr userDrawn="1"/>
        </p:nvPicPr>
        <p:blipFill>
          <a:blip r:embed="rId2"/>
          <a:stretch>
            <a:fillRect/>
          </a:stretch>
        </p:blipFill>
        <p:spPr>
          <a:xfrm>
            <a:off x="10601865" y="6417908"/>
            <a:ext cx="1511726" cy="408166"/>
          </a:xfrm>
          <a:prstGeom prst="rect">
            <a:avLst/>
          </a:prstGeom>
        </p:spPr>
      </p:pic>
      <p:pic>
        <p:nvPicPr>
          <p:cNvPr id="9" name="Picture 8">
            <a:extLst>
              <a:ext uri="{FF2B5EF4-FFF2-40B4-BE49-F238E27FC236}">
                <a16:creationId xmlns:a16="http://schemas.microsoft.com/office/drawing/2014/main" id="{3ECB6460-987A-446F-8CC4-71B249F54580}"/>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5054"/>
          <a:stretch/>
        </p:blipFill>
        <p:spPr>
          <a:xfrm>
            <a:off x="-1797" y="57379"/>
            <a:ext cx="678612" cy="1054327"/>
          </a:xfrm>
          <a:prstGeom prst="rect">
            <a:avLst/>
          </a:prstGeom>
        </p:spPr>
      </p:pic>
    </p:spTree>
    <p:extLst>
      <p:ext uri="{BB962C8B-B14F-4D97-AF65-F5344CB8AC3E}">
        <p14:creationId xmlns:p14="http://schemas.microsoft.com/office/powerpoint/2010/main" val="3129105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C0FF8FF-BEBD-1741-912A-77B8FAFBF1B8}"/>
              </a:ext>
            </a:extLst>
          </p:cNvPr>
          <p:cNvSpPr/>
          <p:nvPr userDrawn="1"/>
        </p:nvSpPr>
        <p:spPr>
          <a:xfrm>
            <a:off x="0" y="6368762"/>
            <a:ext cx="12192000" cy="18288"/>
          </a:xfrm>
          <a:prstGeom prst="rect">
            <a:avLst/>
          </a:prstGeom>
          <a:solidFill>
            <a:srgbClr val="F1AB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ooter Placeholder 4">
            <a:extLst>
              <a:ext uri="{FF2B5EF4-FFF2-40B4-BE49-F238E27FC236}">
                <a16:creationId xmlns:a16="http://schemas.microsoft.com/office/drawing/2014/main" id="{DF742332-82E6-BE4A-BD5B-0BA35253959E}"/>
              </a:ext>
            </a:extLst>
          </p:cNvPr>
          <p:cNvSpPr>
            <a:spLocks noGrp="1"/>
          </p:cNvSpPr>
          <p:nvPr>
            <p:ph type="ftr" sz="quarter" idx="11"/>
          </p:nvPr>
        </p:nvSpPr>
        <p:spPr>
          <a:xfrm>
            <a:off x="568416" y="6443926"/>
            <a:ext cx="3919330" cy="365125"/>
          </a:xfrm>
        </p:spPr>
        <p:txBody>
          <a:bodyPr/>
          <a:lstStyle>
            <a:lvl1pPr algn="l">
              <a:defRPr sz="900" b="0">
                <a:solidFill>
                  <a:schemeClr val="bg1"/>
                </a:solidFill>
              </a:defRPr>
            </a:lvl1pPr>
          </a:lstStyle>
          <a:p>
            <a:r>
              <a:rPr lang="en-US"/>
              <a:t>IRIDIUM PROPRIETARY BUSINESS INFORMATION</a:t>
            </a:r>
            <a:endParaRPr lang="en-US" dirty="0">
              <a:solidFill>
                <a:schemeClr val="bg1"/>
              </a:solidFill>
            </a:endParaRPr>
          </a:p>
        </p:txBody>
      </p:sp>
      <p:sp>
        <p:nvSpPr>
          <p:cNvPr id="15" name="Slide Number Placeholder 5">
            <a:extLst>
              <a:ext uri="{FF2B5EF4-FFF2-40B4-BE49-F238E27FC236}">
                <a16:creationId xmlns:a16="http://schemas.microsoft.com/office/drawing/2014/main" id="{0416D61E-23B7-2245-9096-E090A497C1A7}"/>
              </a:ext>
            </a:extLst>
          </p:cNvPr>
          <p:cNvSpPr>
            <a:spLocks noGrp="1"/>
          </p:cNvSpPr>
          <p:nvPr>
            <p:ph type="sldNum" sz="quarter" idx="12"/>
          </p:nvPr>
        </p:nvSpPr>
        <p:spPr>
          <a:xfrm>
            <a:off x="178905" y="6514114"/>
            <a:ext cx="447261" cy="365125"/>
          </a:xfrm>
        </p:spPr>
        <p:txBody>
          <a:bodyPr/>
          <a:lstStyle>
            <a:lvl1pPr>
              <a:defRPr sz="900" b="1">
                <a:solidFill>
                  <a:srgbClr val="F1AB3D"/>
                </a:solidFill>
              </a:defRPr>
            </a:lvl1pPr>
          </a:lstStyle>
          <a:p>
            <a:fld id="{B1019862-05A2-6842-A5FD-3894660EF752}" type="slidenum">
              <a:rPr lang="en-US" smtClean="0"/>
              <a:pPr/>
              <a:t>‹#›</a:t>
            </a:fld>
            <a:endParaRPr lang="en-US" dirty="0"/>
          </a:p>
        </p:txBody>
      </p:sp>
      <p:pic>
        <p:nvPicPr>
          <p:cNvPr id="6" name="Picture 5" descr="Logo&#10;&#10;Description automatically generated">
            <a:extLst>
              <a:ext uri="{FF2B5EF4-FFF2-40B4-BE49-F238E27FC236}">
                <a16:creationId xmlns:a16="http://schemas.microsoft.com/office/drawing/2014/main" id="{98FED435-290D-4F5B-8DAD-54BDD623428F}"/>
              </a:ext>
            </a:extLst>
          </p:cNvPr>
          <p:cNvPicPr>
            <a:picLocks noChangeAspect="1"/>
          </p:cNvPicPr>
          <p:nvPr userDrawn="1"/>
        </p:nvPicPr>
        <p:blipFill>
          <a:blip r:embed="rId2"/>
          <a:stretch>
            <a:fillRect/>
          </a:stretch>
        </p:blipFill>
        <p:spPr>
          <a:xfrm>
            <a:off x="10601865" y="6417908"/>
            <a:ext cx="1511726" cy="408166"/>
          </a:xfrm>
          <a:prstGeom prst="rect">
            <a:avLst/>
          </a:prstGeom>
        </p:spPr>
      </p:pic>
    </p:spTree>
    <p:extLst>
      <p:ext uri="{BB962C8B-B14F-4D97-AF65-F5344CB8AC3E}">
        <p14:creationId xmlns:p14="http://schemas.microsoft.com/office/powerpoint/2010/main" val="2159750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losing  (Option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06875EA-0358-447F-A7CB-CB78C014BB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128" t="14290" r="16759" b="-2066"/>
          <a:stretch/>
        </p:blipFill>
        <p:spPr>
          <a:xfrm>
            <a:off x="5235068" y="0"/>
            <a:ext cx="6956932" cy="6599274"/>
          </a:xfrm>
          <a:prstGeom prst="rect">
            <a:avLst/>
          </a:prstGeom>
        </p:spPr>
      </p:pic>
      <p:sp>
        <p:nvSpPr>
          <p:cNvPr id="10" name="Title 1">
            <a:extLst>
              <a:ext uri="{FF2B5EF4-FFF2-40B4-BE49-F238E27FC236}">
                <a16:creationId xmlns:a16="http://schemas.microsoft.com/office/drawing/2014/main" id="{46D1C05D-9277-2F4B-A735-030320C3E15E}"/>
              </a:ext>
            </a:extLst>
          </p:cNvPr>
          <p:cNvSpPr>
            <a:spLocks noGrp="1"/>
          </p:cNvSpPr>
          <p:nvPr>
            <p:ph type="ctrTitle" hasCustomPrompt="1"/>
          </p:nvPr>
        </p:nvSpPr>
        <p:spPr>
          <a:xfrm>
            <a:off x="1461008" y="1957996"/>
            <a:ext cx="8982416" cy="2726147"/>
          </a:xfrm>
          <a:solidFill>
            <a:schemeClr val="bg1"/>
          </a:solidFill>
        </p:spPr>
        <p:txBody>
          <a:bodyPr anchor="ctr" anchorCtr="0">
            <a:noAutofit/>
          </a:bodyPr>
          <a:lstStyle>
            <a:lvl1pPr algn="ctr">
              <a:lnSpc>
                <a:spcPct val="100000"/>
              </a:lnSpc>
              <a:defRPr sz="3600" b="1">
                <a:solidFill>
                  <a:schemeClr val="tx1"/>
                </a:solidFill>
              </a:defRPr>
            </a:lvl1pPr>
          </a:lstStyle>
          <a:p>
            <a:r>
              <a:rPr lang="en-US" dirty="0"/>
              <a:t>Click to Edit Closing Text</a:t>
            </a:r>
          </a:p>
        </p:txBody>
      </p:sp>
      <p:sp>
        <p:nvSpPr>
          <p:cNvPr id="5" name="Rectangle 4">
            <a:extLst>
              <a:ext uri="{FF2B5EF4-FFF2-40B4-BE49-F238E27FC236}">
                <a16:creationId xmlns:a16="http://schemas.microsoft.com/office/drawing/2014/main" id="{3EA50A83-403E-446C-9CC9-7EA14F4704FB}"/>
              </a:ext>
            </a:extLst>
          </p:cNvPr>
          <p:cNvSpPr/>
          <p:nvPr userDrawn="1"/>
        </p:nvSpPr>
        <p:spPr>
          <a:xfrm>
            <a:off x="1357491" y="1962309"/>
            <a:ext cx="103517" cy="27218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Logo&#10;&#10;Description automatically generated">
            <a:extLst>
              <a:ext uri="{FF2B5EF4-FFF2-40B4-BE49-F238E27FC236}">
                <a16:creationId xmlns:a16="http://schemas.microsoft.com/office/drawing/2014/main" id="{8F979417-F9AB-4EE2-A075-36E9FE3308EF}"/>
              </a:ext>
            </a:extLst>
          </p:cNvPr>
          <p:cNvPicPr>
            <a:picLocks noChangeAspect="1"/>
          </p:cNvPicPr>
          <p:nvPr userDrawn="1"/>
        </p:nvPicPr>
        <p:blipFill>
          <a:blip r:embed="rId3"/>
          <a:stretch>
            <a:fillRect/>
          </a:stretch>
        </p:blipFill>
        <p:spPr>
          <a:xfrm>
            <a:off x="10601865" y="6417908"/>
            <a:ext cx="1511726" cy="408166"/>
          </a:xfrm>
          <a:prstGeom prst="rect">
            <a:avLst/>
          </a:prstGeom>
        </p:spPr>
      </p:pic>
    </p:spTree>
    <p:extLst>
      <p:ext uri="{BB962C8B-B14F-4D97-AF65-F5344CB8AC3E}">
        <p14:creationId xmlns:p14="http://schemas.microsoft.com/office/powerpoint/2010/main" val="9156724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Option 2)">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AB954DEB-9893-4358-AEE7-A675F96DD04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128" t="14290" r="16759" b="-2066"/>
          <a:stretch/>
        </p:blipFill>
        <p:spPr>
          <a:xfrm>
            <a:off x="5235068" y="0"/>
            <a:ext cx="6956932" cy="6599274"/>
          </a:xfrm>
          <a:prstGeom prst="rect">
            <a:avLst/>
          </a:prstGeom>
        </p:spPr>
      </p:pic>
      <p:sp>
        <p:nvSpPr>
          <p:cNvPr id="46" name="Rectangle 45">
            <a:extLst>
              <a:ext uri="{FF2B5EF4-FFF2-40B4-BE49-F238E27FC236}">
                <a16:creationId xmlns:a16="http://schemas.microsoft.com/office/drawing/2014/main" id="{B6AE0D70-1638-4794-B1E8-B43C6A635575}"/>
              </a:ext>
            </a:extLst>
          </p:cNvPr>
          <p:cNvSpPr/>
          <p:nvPr userDrawn="1"/>
        </p:nvSpPr>
        <p:spPr>
          <a:xfrm>
            <a:off x="4593833" y="4896817"/>
            <a:ext cx="301429" cy="296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CC3AC383-1711-4F10-B6C7-0D5936EEACC1}"/>
              </a:ext>
            </a:extLst>
          </p:cNvPr>
          <p:cNvSpPr/>
          <p:nvPr userDrawn="1"/>
        </p:nvSpPr>
        <p:spPr>
          <a:xfrm>
            <a:off x="5868256" y="4922168"/>
            <a:ext cx="248192" cy="215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6D1C05D-9277-2F4B-A735-030320C3E15E}"/>
              </a:ext>
            </a:extLst>
          </p:cNvPr>
          <p:cNvSpPr>
            <a:spLocks noGrp="1"/>
          </p:cNvSpPr>
          <p:nvPr>
            <p:ph type="ctrTitle" hasCustomPrompt="1"/>
          </p:nvPr>
        </p:nvSpPr>
        <p:spPr>
          <a:xfrm>
            <a:off x="1461008" y="1957996"/>
            <a:ext cx="8982416" cy="2726147"/>
          </a:xfrm>
          <a:solidFill>
            <a:schemeClr val="bg1"/>
          </a:solidFill>
        </p:spPr>
        <p:txBody>
          <a:bodyPr anchor="ctr" anchorCtr="0">
            <a:noAutofit/>
          </a:bodyPr>
          <a:lstStyle>
            <a:lvl1pPr algn="ctr">
              <a:lnSpc>
                <a:spcPct val="100000"/>
              </a:lnSpc>
              <a:defRPr sz="3600" b="1">
                <a:solidFill>
                  <a:schemeClr val="tx1"/>
                </a:solidFill>
              </a:defRPr>
            </a:lvl1pPr>
          </a:lstStyle>
          <a:p>
            <a:r>
              <a:rPr lang="en-US" dirty="0"/>
              <a:t>Click to Edit Closing Text</a:t>
            </a:r>
          </a:p>
        </p:txBody>
      </p:sp>
      <p:sp>
        <p:nvSpPr>
          <p:cNvPr id="22" name="Rectangle 21">
            <a:extLst>
              <a:ext uri="{FF2B5EF4-FFF2-40B4-BE49-F238E27FC236}">
                <a16:creationId xmlns:a16="http://schemas.microsoft.com/office/drawing/2014/main" id="{E78A831A-CE86-4F7F-8CF0-26763967D8CD}"/>
              </a:ext>
            </a:extLst>
          </p:cNvPr>
          <p:cNvSpPr/>
          <p:nvPr userDrawn="1"/>
        </p:nvSpPr>
        <p:spPr>
          <a:xfrm>
            <a:off x="1357491" y="1962309"/>
            <a:ext cx="103517" cy="27218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Logo&#10;&#10;Description automatically generated">
            <a:extLst>
              <a:ext uri="{FF2B5EF4-FFF2-40B4-BE49-F238E27FC236}">
                <a16:creationId xmlns:a16="http://schemas.microsoft.com/office/drawing/2014/main" id="{FFF10E77-D7A7-4474-9EDD-41BE6ECA0122}"/>
              </a:ext>
            </a:extLst>
          </p:cNvPr>
          <p:cNvPicPr>
            <a:picLocks noChangeAspect="1"/>
          </p:cNvPicPr>
          <p:nvPr userDrawn="1"/>
        </p:nvPicPr>
        <p:blipFill>
          <a:blip r:embed="rId3"/>
          <a:stretch>
            <a:fillRect/>
          </a:stretch>
        </p:blipFill>
        <p:spPr>
          <a:xfrm>
            <a:off x="10601865" y="6417908"/>
            <a:ext cx="1511726" cy="408166"/>
          </a:xfrm>
          <a:prstGeom prst="rect">
            <a:avLst/>
          </a:prstGeom>
        </p:spPr>
      </p:pic>
      <p:grpSp>
        <p:nvGrpSpPr>
          <p:cNvPr id="34" name="Group 33">
            <a:extLst>
              <a:ext uri="{FF2B5EF4-FFF2-40B4-BE49-F238E27FC236}">
                <a16:creationId xmlns:a16="http://schemas.microsoft.com/office/drawing/2014/main" id="{6382C62A-EC53-4E4E-A449-39670D6D187D}"/>
              </a:ext>
            </a:extLst>
          </p:cNvPr>
          <p:cNvGrpSpPr/>
          <p:nvPr userDrawn="1"/>
        </p:nvGrpSpPr>
        <p:grpSpPr>
          <a:xfrm>
            <a:off x="1461008" y="4827798"/>
            <a:ext cx="1483024" cy="434960"/>
            <a:chOff x="1461008" y="4827798"/>
            <a:chExt cx="1483024" cy="434960"/>
          </a:xfrm>
        </p:grpSpPr>
        <p:sp>
          <p:nvSpPr>
            <p:cNvPr id="35" name="Rectangle 34">
              <a:extLst>
                <a:ext uri="{FF2B5EF4-FFF2-40B4-BE49-F238E27FC236}">
                  <a16:creationId xmlns:a16="http://schemas.microsoft.com/office/drawing/2014/main" id="{12FE5ADC-3A9B-4E45-86E2-748810A591B0}"/>
                </a:ext>
              </a:extLst>
            </p:cNvPr>
            <p:cNvSpPr/>
            <p:nvPr/>
          </p:nvSpPr>
          <p:spPr>
            <a:xfrm>
              <a:off x="1808785" y="4922168"/>
              <a:ext cx="1135247" cy="246221"/>
            </a:xfrm>
            <a:prstGeom prst="rect">
              <a:avLst/>
            </a:prstGeom>
          </p:spPr>
          <p:txBody>
            <a:bodyPr wrap="none">
              <a:spAutoFit/>
            </a:bodyPr>
            <a:lstStyle/>
            <a:p>
              <a:r>
                <a:rPr lang="en-US" sz="1000" b="1" dirty="0">
                  <a:solidFill>
                    <a:schemeClr val="bg1"/>
                  </a:solidFill>
                  <a:latin typeface="Arial" panose="020B0604020202020204" pitchFamily="34" charset="0"/>
                  <a:cs typeface="Arial" panose="020B0604020202020204" pitchFamily="34" charset="0"/>
                </a:rPr>
                <a:t>@IridiumComm</a:t>
              </a:r>
              <a:endParaRPr lang="en-US" sz="1000" b="1" i="0" dirty="0">
                <a:solidFill>
                  <a:schemeClr val="bg1"/>
                </a:solidFill>
                <a:effectLst/>
                <a:latin typeface="Arial" panose="020B0604020202020204" pitchFamily="34" charset="0"/>
                <a:cs typeface="Arial" panose="020B0604020202020204" pitchFamily="34" charset="0"/>
              </a:endParaRPr>
            </a:p>
          </p:txBody>
        </p:sp>
        <p:pic>
          <p:nvPicPr>
            <p:cNvPr id="36" name="Picture 2" descr="Twitter icon">
              <a:extLst>
                <a:ext uri="{FF2B5EF4-FFF2-40B4-BE49-F238E27FC236}">
                  <a16:creationId xmlns:a16="http://schemas.microsoft.com/office/drawing/2014/main" id="{626F3CB8-E9BF-48F6-8C41-222C1ABFA7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1008" y="4827798"/>
              <a:ext cx="434961" cy="434960"/>
            </a:xfrm>
            <a:prstGeom prst="rect">
              <a:avLst/>
            </a:prstGeom>
            <a:noFill/>
            <a:extLst>
              <a:ext uri="{909E8E84-426E-40dd-AFC4-6F175D3DCCD1}">
                <a14:hiddenFill xmlns:a14="http://schemas.microsoft.com/office/drawing/2010/main" xmlns="">
                  <a:solidFill>
                    <a:srgbClr val="FFFFFF"/>
                  </a:solidFill>
                </a14:hiddenFill>
              </a:ext>
            </a:extLst>
          </p:spPr>
        </p:pic>
      </p:grpSp>
      <p:grpSp>
        <p:nvGrpSpPr>
          <p:cNvPr id="37" name="Group 36">
            <a:extLst>
              <a:ext uri="{FF2B5EF4-FFF2-40B4-BE49-F238E27FC236}">
                <a16:creationId xmlns:a16="http://schemas.microsoft.com/office/drawing/2014/main" id="{AF121396-62CD-4ED5-AD25-F98FDE746801}"/>
              </a:ext>
            </a:extLst>
          </p:cNvPr>
          <p:cNvGrpSpPr/>
          <p:nvPr userDrawn="1"/>
        </p:nvGrpSpPr>
        <p:grpSpPr>
          <a:xfrm>
            <a:off x="5824712" y="4827798"/>
            <a:ext cx="1478200" cy="434960"/>
            <a:chOff x="5936850" y="4827798"/>
            <a:chExt cx="1478200" cy="434960"/>
          </a:xfrm>
        </p:grpSpPr>
        <p:pic>
          <p:nvPicPr>
            <p:cNvPr id="38" name="Picture 37">
              <a:extLst>
                <a:ext uri="{FF2B5EF4-FFF2-40B4-BE49-F238E27FC236}">
                  <a16:creationId xmlns:a16="http://schemas.microsoft.com/office/drawing/2014/main" id="{8808AF2A-7241-457E-BB2F-9586595A07C7}"/>
                </a:ext>
              </a:extLst>
            </p:cNvPr>
            <p:cNvPicPr>
              <a:picLocks noChangeAspect="1"/>
            </p:cNvPicPr>
            <p:nvPr userDrawn="1"/>
          </p:nvPicPr>
          <p:blipFill>
            <a:blip r:embed="rId5"/>
            <a:stretch>
              <a:fillRect/>
            </a:stretch>
          </p:blipFill>
          <p:spPr>
            <a:xfrm>
              <a:off x="5936850" y="4827798"/>
              <a:ext cx="347623" cy="434960"/>
            </a:xfrm>
            <a:prstGeom prst="rect">
              <a:avLst/>
            </a:prstGeom>
          </p:spPr>
        </p:pic>
        <p:sp>
          <p:nvSpPr>
            <p:cNvPr id="39" name="Rectangle 38">
              <a:extLst>
                <a:ext uri="{FF2B5EF4-FFF2-40B4-BE49-F238E27FC236}">
                  <a16:creationId xmlns:a16="http://schemas.microsoft.com/office/drawing/2014/main" id="{8426C42E-79D2-45EB-A499-B95C907DCF7E}"/>
                </a:ext>
              </a:extLst>
            </p:cNvPr>
            <p:cNvSpPr/>
            <p:nvPr userDrawn="1"/>
          </p:nvSpPr>
          <p:spPr>
            <a:xfrm>
              <a:off x="6284473" y="4922168"/>
              <a:ext cx="1130577" cy="246221"/>
            </a:xfrm>
            <a:prstGeom prst="rect">
              <a:avLst/>
            </a:prstGeom>
          </p:spPr>
          <p:txBody>
            <a:bodyPr wrap="square">
              <a:spAutoFit/>
            </a:bodyPr>
            <a:lstStyle/>
            <a:p>
              <a:r>
                <a:rPr lang="en-US" sz="1000" b="1" dirty="0">
                  <a:solidFill>
                    <a:schemeClr val="bg1"/>
                  </a:solidFill>
                  <a:latin typeface="Arial" panose="020B0604020202020204" pitchFamily="34" charset="0"/>
                  <a:cs typeface="Arial" panose="020B0604020202020204" pitchFamily="34" charset="0"/>
                </a:rPr>
                <a:t>@IridiumComm</a:t>
              </a:r>
              <a:endParaRPr lang="en-US" sz="1000" b="1" i="0" dirty="0">
                <a:solidFill>
                  <a:schemeClr val="bg1"/>
                </a:solidFill>
                <a:effectLst/>
                <a:latin typeface="Arial" panose="020B0604020202020204" pitchFamily="34" charset="0"/>
                <a:cs typeface="Arial" panose="020B0604020202020204" pitchFamily="34" charset="0"/>
              </a:endParaRPr>
            </a:p>
          </p:txBody>
        </p:sp>
      </p:grpSp>
      <p:grpSp>
        <p:nvGrpSpPr>
          <p:cNvPr id="40" name="Group 39">
            <a:extLst>
              <a:ext uri="{FF2B5EF4-FFF2-40B4-BE49-F238E27FC236}">
                <a16:creationId xmlns:a16="http://schemas.microsoft.com/office/drawing/2014/main" id="{2557604A-9296-4E25-831F-9CC0D163B1DA}"/>
              </a:ext>
            </a:extLst>
          </p:cNvPr>
          <p:cNvGrpSpPr/>
          <p:nvPr userDrawn="1"/>
        </p:nvGrpSpPr>
        <p:grpSpPr>
          <a:xfrm>
            <a:off x="4570737" y="4871467"/>
            <a:ext cx="1071424" cy="347622"/>
            <a:chOff x="4639263" y="4871467"/>
            <a:chExt cx="1071424" cy="347622"/>
          </a:xfrm>
        </p:grpSpPr>
        <p:sp>
          <p:nvSpPr>
            <p:cNvPr id="41" name="Rectangle 40">
              <a:extLst>
                <a:ext uri="{FF2B5EF4-FFF2-40B4-BE49-F238E27FC236}">
                  <a16:creationId xmlns:a16="http://schemas.microsoft.com/office/drawing/2014/main" id="{B1418354-299A-4C30-A790-436994A35B45}"/>
                </a:ext>
              </a:extLst>
            </p:cNvPr>
            <p:cNvSpPr/>
            <p:nvPr userDrawn="1"/>
          </p:nvSpPr>
          <p:spPr>
            <a:xfrm>
              <a:off x="4978260" y="4922167"/>
              <a:ext cx="732427" cy="246222"/>
            </a:xfrm>
            <a:prstGeom prst="rect">
              <a:avLst/>
            </a:prstGeom>
          </p:spPr>
          <p:txBody>
            <a:bodyPr wrap="square">
              <a:spAutoFit/>
            </a:bodyPr>
            <a:lstStyle/>
            <a:p>
              <a:r>
                <a:rPr lang="en-US" sz="1000" b="1" dirty="0">
                  <a:solidFill>
                    <a:schemeClr val="bg1"/>
                  </a:solidFill>
                  <a:latin typeface="Arial" panose="020B0604020202020204" pitchFamily="34" charset="0"/>
                  <a:cs typeface="Arial" panose="020B0604020202020204" pitchFamily="34" charset="0"/>
                </a:rPr>
                <a:t>@Iridium</a:t>
              </a:r>
              <a:endParaRPr lang="en-US" sz="1000" b="1" i="0" dirty="0">
                <a:solidFill>
                  <a:schemeClr val="bg1"/>
                </a:solidFill>
                <a:effectLst/>
                <a:latin typeface="Arial" panose="020B0604020202020204" pitchFamily="34" charset="0"/>
                <a:cs typeface="Arial" panose="020B0604020202020204" pitchFamily="34" charset="0"/>
              </a:endParaRPr>
            </a:p>
          </p:txBody>
        </p:sp>
        <p:pic>
          <p:nvPicPr>
            <p:cNvPr id="42" name="Picture 41">
              <a:extLst>
                <a:ext uri="{FF2B5EF4-FFF2-40B4-BE49-F238E27FC236}">
                  <a16:creationId xmlns:a16="http://schemas.microsoft.com/office/drawing/2014/main" id="{15F5444C-B2D0-44A7-948B-0B9FF76DCBC0}"/>
                </a:ext>
              </a:extLst>
            </p:cNvPr>
            <p:cNvPicPr>
              <a:picLocks noChangeAspect="1"/>
            </p:cNvPicPr>
            <p:nvPr userDrawn="1"/>
          </p:nvPicPr>
          <p:blipFill>
            <a:blip r:embed="rId6"/>
            <a:stretch>
              <a:fillRect/>
            </a:stretch>
          </p:blipFill>
          <p:spPr>
            <a:xfrm>
              <a:off x="4639263" y="4871467"/>
              <a:ext cx="347622" cy="347622"/>
            </a:xfrm>
            <a:prstGeom prst="rect">
              <a:avLst/>
            </a:prstGeom>
          </p:spPr>
        </p:pic>
      </p:grpSp>
      <p:grpSp>
        <p:nvGrpSpPr>
          <p:cNvPr id="43" name="Group 42">
            <a:extLst>
              <a:ext uri="{FF2B5EF4-FFF2-40B4-BE49-F238E27FC236}">
                <a16:creationId xmlns:a16="http://schemas.microsoft.com/office/drawing/2014/main" id="{E830632C-0760-4EF8-99E6-4098AF7F5939}"/>
              </a:ext>
            </a:extLst>
          </p:cNvPr>
          <p:cNvGrpSpPr/>
          <p:nvPr userDrawn="1"/>
        </p:nvGrpSpPr>
        <p:grpSpPr>
          <a:xfrm>
            <a:off x="3126583" y="4871467"/>
            <a:ext cx="1261603" cy="347622"/>
            <a:chOff x="3107484" y="4871467"/>
            <a:chExt cx="1261603" cy="347622"/>
          </a:xfrm>
        </p:grpSpPr>
        <p:pic>
          <p:nvPicPr>
            <p:cNvPr id="44" name="Picture 2" descr="Facebook, social media, social icon - Free download">
              <a:extLst>
                <a:ext uri="{FF2B5EF4-FFF2-40B4-BE49-F238E27FC236}">
                  <a16:creationId xmlns:a16="http://schemas.microsoft.com/office/drawing/2014/main" id="{793C9BA3-EE13-45E0-AC38-DFAD081AD92F}"/>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107484" y="4871467"/>
              <a:ext cx="347623" cy="347622"/>
            </a:xfrm>
            <a:prstGeom prst="rect">
              <a:avLst/>
            </a:prstGeom>
            <a:noFill/>
            <a:extLst>
              <a:ext uri="{909E8E84-426E-40DD-AFC4-6F175D3DCCD1}">
                <a14:hiddenFill xmlns:a14="http://schemas.microsoft.com/office/drawing/2010/main">
                  <a:solidFill>
                    <a:srgbClr val="FFFFFF"/>
                  </a:solidFill>
                </a14:hiddenFill>
              </a:ext>
            </a:extLst>
          </p:spPr>
        </p:pic>
        <p:sp>
          <p:nvSpPr>
            <p:cNvPr id="45" name="Rectangle 44">
              <a:extLst>
                <a:ext uri="{FF2B5EF4-FFF2-40B4-BE49-F238E27FC236}">
                  <a16:creationId xmlns:a16="http://schemas.microsoft.com/office/drawing/2014/main" id="{7E3B49FE-AE5E-4B63-A31D-EC2AB4194E53}"/>
                </a:ext>
              </a:extLst>
            </p:cNvPr>
            <p:cNvSpPr/>
            <p:nvPr userDrawn="1"/>
          </p:nvSpPr>
          <p:spPr>
            <a:xfrm>
              <a:off x="3440319" y="4922167"/>
              <a:ext cx="928768" cy="246222"/>
            </a:xfrm>
            <a:prstGeom prst="rect">
              <a:avLst/>
            </a:prstGeom>
          </p:spPr>
          <p:txBody>
            <a:bodyPr wrap="square">
              <a:spAutoFit/>
            </a:bodyPr>
            <a:lstStyle/>
            <a:p>
              <a:r>
                <a:rPr lang="en-US" sz="1000" b="1" dirty="0">
                  <a:solidFill>
                    <a:schemeClr val="bg1"/>
                  </a:solidFill>
                  <a:latin typeface="Arial" panose="020B0604020202020204" pitchFamily="34" charset="0"/>
                  <a:cs typeface="Arial" panose="020B0604020202020204" pitchFamily="34" charset="0"/>
                </a:rPr>
                <a:t>@MyIridium</a:t>
              </a:r>
              <a:endParaRPr lang="en-US" sz="1000" b="1" i="0" dirty="0">
                <a:solidFill>
                  <a:schemeClr val="bg1"/>
                </a:solidFill>
                <a:effectLst/>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84794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2F16AF-250E-42FA-8B0B-45D624828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A462DFD-1DE0-45D9-A60C-862D14DCCCF1}"/>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48E7F2C-D7F8-4184-82BF-C7CDC09CC0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US"/>
              <a:t>IRIDIUM PROPRIETARY BUSINESS INFORMATION</a:t>
            </a:r>
            <a:endParaRPr lang="en-US">
              <a:solidFill>
                <a:schemeClr val="tx1"/>
              </a:solidFill>
            </a:endParaRPr>
          </a:p>
        </p:txBody>
      </p:sp>
    </p:spTree>
    <p:extLst>
      <p:ext uri="{BB962C8B-B14F-4D97-AF65-F5344CB8AC3E}">
        <p14:creationId xmlns:p14="http://schemas.microsoft.com/office/powerpoint/2010/main" val="514991163"/>
      </p:ext>
    </p:extLst>
  </p:cSld>
  <p:clrMap bg1="lt1" tx1="dk1" bg2="lt2" tx2="dk2" accent1="accent1" accent2="accent2" accent3="accent3" accent4="accent4" accent5="accent5" accent6="accent6" hlink="hlink" folHlink="folHlink"/>
  <p:sldLayoutIdLst>
    <p:sldLayoutId id="2147483679" r:id="rId1"/>
    <p:sldLayoutId id="2147483677" r:id="rId2"/>
    <p:sldLayoutId id="2147483678" r:id="rId3"/>
    <p:sldLayoutId id="2147483675" r:id="rId4"/>
    <p:sldLayoutId id="2147483652" r:id="rId5"/>
    <p:sldLayoutId id="2147483653" r:id="rId6"/>
    <p:sldLayoutId id="2147483654" r:id="rId7"/>
    <p:sldLayoutId id="2147483676" r:id="rId8"/>
    <p:sldLayoutId id="2147483658" r:id="rId9"/>
    <p:sldLayoutId id="2147483681" r:id="rId10"/>
  </p:sldLayoutIdLst>
  <p:hf hd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ystem Font Regular"/>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2F16AF-250E-42FA-8B0B-45D624828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5A462DFD-1DE0-45D9-A60C-862D14DCCCF1}"/>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48E7F2C-D7F8-4184-82BF-C7CDC09CC0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t>IRIDIUM PROPRIETARY BUSINESS INFORMATION</a:t>
            </a:r>
            <a:endParaRPr lang="en-US">
              <a:solidFill>
                <a:schemeClr val="bg1"/>
              </a:solidFill>
            </a:endParaRPr>
          </a:p>
        </p:txBody>
      </p:sp>
    </p:spTree>
    <p:extLst>
      <p:ext uri="{BB962C8B-B14F-4D97-AF65-F5344CB8AC3E}">
        <p14:creationId xmlns:p14="http://schemas.microsoft.com/office/powerpoint/2010/main" val="6021847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Lst>
  <p:hf hdr="0" dt="0"/>
  <p:txStyles>
    <p:title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ystem Font Regular"/>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5" Type="http://schemas.openxmlformats.org/officeDocument/2006/relationships/hyperlink" Target="https://www.iridium.com/file/220836/" TargetMode="External"/><Relationship Id="rId4" Type="http://schemas.openxmlformats.org/officeDocument/2006/relationships/hyperlink" Target="mailto:brand.iridium@iridium.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jpg"/><Relationship Id="rId7" Type="http://schemas.openxmlformats.org/officeDocument/2006/relationships/image" Target="../media/image1.png"/><Relationship Id="rId12" Type="http://schemas.openxmlformats.org/officeDocument/2006/relationships/hyperlink" Target="https://www.iridium.com/resources/?fwp_resource_categories=brand%2Cimagery-corporate%2Cimagery-logo%2Cimagery-product%2Cimagery-lifestyle" TargetMode="External"/><Relationship Id="rId2" Type="http://schemas.openxmlformats.org/officeDocument/2006/relationships/image" Target="../media/image11.jp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18.png"/><Relationship Id="rId5" Type="http://schemas.openxmlformats.org/officeDocument/2006/relationships/image" Target="../media/image14.png"/><Relationship Id="rId10" Type="http://schemas.openxmlformats.org/officeDocument/2006/relationships/image" Target="../media/image17.png"/><Relationship Id="rId4" Type="http://schemas.openxmlformats.org/officeDocument/2006/relationships/image" Target="../media/image13.jpg"/><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02FED2-45FA-4AD2-9622-3D4F3E6EFCA7}"/>
              </a:ext>
            </a:extLst>
          </p:cNvPr>
          <p:cNvSpPr>
            <a:spLocks noGrp="1"/>
          </p:cNvSpPr>
          <p:nvPr>
            <p:ph sz="half" idx="2"/>
          </p:nvPr>
        </p:nvSpPr>
        <p:spPr>
          <a:xfrm>
            <a:off x="782846" y="2159146"/>
            <a:ext cx="5019414" cy="3066839"/>
          </a:xfrm>
        </p:spPr>
        <p:txBody>
          <a:bodyPr numCol="2">
            <a:normAutofit fontScale="92500" lnSpcReduction="10000"/>
          </a:bodyPr>
          <a:lstStyle/>
          <a:p>
            <a:pPr marL="171450" indent="-171450">
              <a:buClr>
                <a:schemeClr val="accent1"/>
              </a:buClr>
              <a:buFont typeface="Arial" panose="020B0604020202020204" pitchFamily="34" charset="0"/>
              <a:buChar char="•"/>
            </a:pPr>
            <a:r>
              <a:rPr lang="en-US" sz="1100" dirty="0">
                <a:solidFill>
                  <a:srgbClr val="000000"/>
                </a:solidFill>
                <a:cs typeface="Arial"/>
              </a:rPr>
              <a:t>Iridium</a:t>
            </a:r>
            <a:r>
              <a:rPr lang="en-US" sz="1100" baseline="30000" dirty="0">
                <a:solidFill>
                  <a:srgbClr val="000000"/>
                </a:solidFill>
                <a:cs typeface="Arial"/>
              </a:rPr>
              <a:t>®</a:t>
            </a:r>
          </a:p>
          <a:p>
            <a:pPr marL="171450" indent="-171450">
              <a:buClr>
                <a:schemeClr val="accent1"/>
              </a:buClr>
              <a:buFont typeface="Arial" panose="020B0604020202020204" pitchFamily="34" charset="0"/>
              <a:buChar char="•"/>
            </a:pPr>
            <a:r>
              <a:rPr lang="en-US" sz="1100" dirty="0">
                <a:solidFill>
                  <a:srgbClr val="000000"/>
                </a:solidFill>
                <a:cs typeface="Arial"/>
              </a:rPr>
              <a:t>Iridium Certus</a:t>
            </a:r>
            <a:r>
              <a:rPr lang="en-US" sz="1100" baseline="30000" dirty="0">
                <a:solidFill>
                  <a:srgbClr val="000000"/>
                </a:solidFill>
                <a:cs typeface="Arial"/>
              </a:rPr>
              <a:t>®</a:t>
            </a:r>
          </a:p>
          <a:p>
            <a:pPr marL="171450" indent="-171450">
              <a:buClr>
                <a:schemeClr val="accent1"/>
              </a:buClr>
              <a:buFont typeface="Arial" panose="020B0604020202020204" pitchFamily="34" charset="0"/>
              <a:buChar char="•"/>
            </a:pPr>
            <a:r>
              <a:rPr lang="en-US" sz="1100" dirty="0">
                <a:solidFill>
                  <a:srgbClr val="000000"/>
                </a:solidFill>
                <a:cs typeface="Arial"/>
              </a:rPr>
              <a:t>Iridium Certus</a:t>
            </a:r>
            <a:r>
              <a:rPr lang="en-US" sz="1100" baseline="30000" dirty="0">
                <a:solidFill>
                  <a:srgbClr val="000000"/>
                </a:solidFill>
                <a:cs typeface="Arial"/>
              </a:rPr>
              <a:t>TM</a:t>
            </a:r>
            <a:r>
              <a:rPr lang="en-US" sz="1100" dirty="0">
                <a:solidFill>
                  <a:srgbClr val="000000"/>
                </a:solidFill>
                <a:cs typeface="Arial"/>
              </a:rPr>
              <a:t> 9810</a:t>
            </a:r>
          </a:p>
          <a:p>
            <a:pPr marL="171450" indent="-171450">
              <a:buClr>
                <a:schemeClr val="accent1"/>
              </a:buClr>
              <a:buFont typeface="Arial" panose="020B0604020202020204" pitchFamily="34" charset="0"/>
              <a:buChar char="•"/>
            </a:pPr>
            <a:r>
              <a:rPr lang="en-US" sz="1100" dirty="0">
                <a:solidFill>
                  <a:srgbClr val="000000"/>
                </a:solidFill>
                <a:cs typeface="Arial"/>
              </a:rPr>
              <a:t>Iridium Certus</a:t>
            </a:r>
            <a:r>
              <a:rPr lang="en-US" sz="1100" baseline="30000" dirty="0">
                <a:solidFill>
                  <a:srgbClr val="000000"/>
                </a:solidFill>
                <a:cs typeface="Arial"/>
              </a:rPr>
              <a:t>TM</a:t>
            </a:r>
            <a:r>
              <a:rPr lang="en-US" sz="1100" dirty="0">
                <a:solidFill>
                  <a:srgbClr val="000000"/>
                </a:solidFill>
                <a:cs typeface="Arial"/>
              </a:rPr>
              <a:t> 9770</a:t>
            </a:r>
          </a:p>
          <a:p>
            <a:pPr marL="171450" indent="-171450">
              <a:buClr>
                <a:schemeClr val="accent1"/>
              </a:buClr>
              <a:buFont typeface="Arial" panose="020B0604020202020204" pitchFamily="34" charset="0"/>
              <a:buChar char="•"/>
            </a:pPr>
            <a:r>
              <a:rPr lang="en-US" sz="1100" dirty="0">
                <a:solidFill>
                  <a:srgbClr val="000000"/>
                </a:solidFill>
                <a:cs typeface="Arial"/>
              </a:rPr>
              <a:t>Iridium Connected</a:t>
            </a:r>
            <a:r>
              <a:rPr lang="en-US" sz="1100" baseline="30000" dirty="0">
                <a:solidFill>
                  <a:srgbClr val="000000"/>
                </a:solidFill>
                <a:cs typeface="Arial"/>
              </a:rPr>
              <a:t>®</a:t>
            </a:r>
            <a:endParaRPr lang="en-US" sz="1100" dirty="0">
              <a:solidFill>
                <a:srgbClr val="000000"/>
              </a:solidFill>
              <a:cs typeface="Arial"/>
            </a:endParaRPr>
          </a:p>
          <a:p>
            <a:pPr marL="171450" indent="-171450">
              <a:buClr>
                <a:schemeClr val="accent1"/>
              </a:buClr>
              <a:buFont typeface="Arial" panose="020B0604020202020204" pitchFamily="34" charset="0"/>
              <a:buChar char="•"/>
            </a:pPr>
            <a:r>
              <a:rPr lang="en-US" sz="1100" dirty="0">
                <a:solidFill>
                  <a:srgbClr val="000000"/>
                </a:solidFill>
                <a:cs typeface="Arial"/>
              </a:rPr>
              <a:t>Iridium Burst</a:t>
            </a:r>
            <a:r>
              <a:rPr lang="en-US" sz="1100" baseline="30000" dirty="0">
                <a:solidFill>
                  <a:srgbClr val="000000"/>
                </a:solidFill>
                <a:cs typeface="Arial"/>
              </a:rPr>
              <a:t>®</a:t>
            </a:r>
            <a:endParaRPr lang="en-US" sz="1100" dirty="0">
              <a:solidFill>
                <a:srgbClr val="000000"/>
              </a:solidFill>
              <a:cs typeface="Arial"/>
            </a:endParaRPr>
          </a:p>
          <a:p>
            <a:pPr marL="171450" indent="-171450">
              <a:buClr>
                <a:schemeClr val="accent1"/>
              </a:buClr>
              <a:buFont typeface="Arial" panose="020B0604020202020204" pitchFamily="34" charset="0"/>
              <a:buChar char="•"/>
            </a:pPr>
            <a:r>
              <a:rPr lang="en-US" sz="1100" dirty="0">
                <a:solidFill>
                  <a:srgbClr val="000000"/>
                </a:solidFill>
                <a:cs typeface="Arial"/>
              </a:rPr>
              <a:t>Iridium Edge</a:t>
            </a:r>
            <a:r>
              <a:rPr lang="en-US" sz="1100" baseline="30000" dirty="0">
                <a:solidFill>
                  <a:srgbClr val="000000"/>
                </a:solidFill>
                <a:cs typeface="Arial"/>
              </a:rPr>
              <a:t>®</a:t>
            </a:r>
            <a:endParaRPr lang="en-US" sz="1100" dirty="0">
              <a:solidFill>
                <a:srgbClr val="000000"/>
              </a:solidFill>
              <a:cs typeface="Arial"/>
            </a:endParaRPr>
          </a:p>
          <a:p>
            <a:pPr marL="171450" indent="-171450">
              <a:buClr>
                <a:schemeClr val="accent1"/>
              </a:buClr>
              <a:buFont typeface="Arial" panose="020B0604020202020204" pitchFamily="34" charset="0"/>
              <a:buChar char="•"/>
            </a:pPr>
            <a:r>
              <a:rPr lang="en-US" sz="1100" dirty="0">
                <a:solidFill>
                  <a:srgbClr val="000000"/>
                </a:solidFill>
                <a:cs typeface="Arial"/>
              </a:rPr>
              <a:t>Iridium Edge</a:t>
            </a:r>
            <a:r>
              <a:rPr lang="en-US" sz="1100" baseline="30000" dirty="0">
                <a:solidFill>
                  <a:srgbClr val="000000"/>
                </a:solidFill>
                <a:cs typeface="Arial"/>
              </a:rPr>
              <a:t>®</a:t>
            </a:r>
            <a:r>
              <a:rPr lang="en-US" sz="1100" dirty="0">
                <a:solidFill>
                  <a:srgbClr val="000000"/>
                </a:solidFill>
                <a:cs typeface="Arial"/>
              </a:rPr>
              <a:t> Solar </a:t>
            </a:r>
          </a:p>
          <a:p>
            <a:pPr marL="171450" indent="-171450">
              <a:buClr>
                <a:schemeClr val="accent1"/>
              </a:buClr>
              <a:buFont typeface="Arial" panose="020B0604020202020204" pitchFamily="34" charset="0"/>
              <a:buChar char="•"/>
            </a:pPr>
            <a:r>
              <a:rPr lang="en-US" sz="1100" dirty="0">
                <a:solidFill>
                  <a:srgbClr val="000000"/>
                </a:solidFill>
                <a:cs typeface="Arial"/>
              </a:rPr>
              <a:t>Iridium Edge</a:t>
            </a:r>
            <a:r>
              <a:rPr lang="en-US" sz="1100" baseline="30000" dirty="0">
                <a:solidFill>
                  <a:srgbClr val="000000"/>
                </a:solidFill>
                <a:cs typeface="Arial"/>
              </a:rPr>
              <a:t>® </a:t>
            </a:r>
            <a:r>
              <a:rPr lang="en-US" sz="1100" dirty="0">
                <a:solidFill>
                  <a:srgbClr val="000000"/>
                </a:solidFill>
                <a:cs typeface="Arial"/>
              </a:rPr>
              <a:t>Pro </a:t>
            </a:r>
          </a:p>
          <a:p>
            <a:pPr marL="171450" indent="-171450">
              <a:buClr>
                <a:schemeClr val="accent1"/>
              </a:buClr>
              <a:buFont typeface="Arial" panose="020B0604020202020204" pitchFamily="34" charset="0"/>
              <a:buChar char="•"/>
            </a:pPr>
            <a:r>
              <a:rPr lang="en-US" sz="1100" dirty="0">
                <a:solidFill>
                  <a:srgbClr val="000000"/>
                </a:solidFill>
                <a:cs typeface="Arial"/>
              </a:rPr>
              <a:t>Iridium Extreme</a:t>
            </a:r>
            <a:r>
              <a:rPr lang="en-US" sz="1100" baseline="30000" dirty="0">
                <a:solidFill>
                  <a:srgbClr val="000000"/>
                </a:solidFill>
                <a:cs typeface="Arial"/>
              </a:rPr>
              <a:t>®</a:t>
            </a:r>
            <a:endParaRPr lang="en-US" sz="1100" dirty="0">
              <a:solidFill>
                <a:srgbClr val="000000"/>
              </a:solidFill>
              <a:cs typeface="Arial"/>
            </a:endParaRPr>
          </a:p>
          <a:p>
            <a:pPr marL="171450" indent="-171450">
              <a:buClr>
                <a:schemeClr val="accent1"/>
              </a:buClr>
              <a:buFont typeface="Arial" panose="020B0604020202020204" pitchFamily="34" charset="0"/>
              <a:buChar char="•"/>
            </a:pPr>
            <a:r>
              <a:rPr lang="en-US" sz="1100" dirty="0">
                <a:solidFill>
                  <a:srgbClr val="000000"/>
                </a:solidFill>
                <a:cs typeface="Arial"/>
              </a:rPr>
              <a:t>Iridium Extreme</a:t>
            </a:r>
            <a:r>
              <a:rPr lang="en-US" sz="1100" baseline="30000" dirty="0">
                <a:solidFill>
                  <a:srgbClr val="000000"/>
                </a:solidFill>
                <a:cs typeface="Arial"/>
              </a:rPr>
              <a:t>®</a:t>
            </a:r>
            <a:r>
              <a:rPr lang="en-US" sz="1100" dirty="0">
                <a:solidFill>
                  <a:srgbClr val="000000"/>
                </a:solidFill>
                <a:cs typeface="Arial"/>
              </a:rPr>
              <a:t> PTT</a:t>
            </a:r>
          </a:p>
          <a:p>
            <a:pPr marL="171450" indent="-171450">
              <a:buClr>
                <a:schemeClr val="accent1"/>
              </a:buClr>
              <a:buFont typeface="Arial" panose="020B0604020202020204" pitchFamily="34" charset="0"/>
              <a:buChar char="•"/>
            </a:pPr>
            <a:r>
              <a:rPr lang="en-US" sz="1100" dirty="0">
                <a:solidFill>
                  <a:srgbClr val="000000"/>
                </a:solidFill>
                <a:cs typeface="Arial"/>
              </a:rPr>
              <a:t>Iridium GO!</a:t>
            </a:r>
            <a:r>
              <a:rPr lang="en-US" sz="1100" baseline="30000" dirty="0">
                <a:solidFill>
                  <a:srgbClr val="000000"/>
                </a:solidFill>
                <a:cs typeface="Arial"/>
              </a:rPr>
              <a:t>®</a:t>
            </a:r>
            <a:endParaRPr lang="en-US" sz="1100" dirty="0">
              <a:solidFill>
                <a:srgbClr val="000000"/>
              </a:solidFill>
              <a:cs typeface="Arial"/>
            </a:endParaRPr>
          </a:p>
          <a:p>
            <a:pPr marL="171450" indent="-171450">
              <a:buClr>
                <a:schemeClr val="accent1"/>
              </a:buClr>
              <a:buFont typeface="Arial" panose="020B0604020202020204" pitchFamily="34" charset="0"/>
              <a:buChar char="•"/>
            </a:pPr>
            <a:r>
              <a:rPr lang="en-US" sz="1100" dirty="0">
                <a:solidFill>
                  <a:srgbClr val="000000"/>
                </a:solidFill>
                <a:cs typeface="Arial"/>
              </a:rPr>
              <a:t>Iridium </a:t>
            </a:r>
            <a:r>
              <a:rPr lang="en-US" sz="1100" dirty="0" err="1">
                <a:solidFill>
                  <a:srgbClr val="000000"/>
                </a:solidFill>
                <a:cs typeface="Arial"/>
              </a:rPr>
              <a:t>SafetyCast</a:t>
            </a:r>
            <a:r>
              <a:rPr lang="en-US" sz="1100" baseline="30000" dirty="0" err="1">
                <a:solidFill>
                  <a:srgbClr val="000000"/>
                </a:solidFill>
                <a:cs typeface="Arial"/>
              </a:rPr>
              <a:t>SM</a:t>
            </a:r>
            <a:endParaRPr lang="en-US" sz="1100" baseline="30000" dirty="0">
              <a:solidFill>
                <a:srgbClr val="000000"/>
              </a:solidFill>
              <a:cs typeface="Arial"/>
            </a:endParaRPr>
          </a:p>
          <a:p>
            <a:pPr marL="171450" indent="-171450">
              <a:buClr>
                <a:schemeClr val="accent1"/>
              </a:buClr>
              <a:buFont typeface="Arial" panose="020B0604020202020204" pitchFamily="34" charset="0"/>
              <a:buChar char="•"/>
            </a:pPr>
            <a:r>
              <a:rPr lang="en-US" sz="1100" dirty="0">
                <a:solidFill>
                  <a:srgbClr val="000000"/>
                </a:solidFill>
                <a:cs typeface="Arial"/>
              </a:rPr>
              <a:t>Iridium </a:t>
            </a:r>
            <a:r>
              <a:rPr lang="en-US" sz="1100" dirty="0" err="1">
                <a:solidFill>
                  <a:srgbClr val="000000"/>
                </a:solidFill>
                <a:cs typeface="Arial"/>
              </a:rPr>
              <a:t>GoChat</a:t>
            </a:r>
            <a:r>
              <a:rPr lang="en-US" sz="1100" baseline="30000" dirty="0">
                <a:solidFill>
                  <a:srgbClr val="000000"/>
                </a:solidFill>
                <a:cs typeface="Arial"/>
              </a:rPr>
              <a:t>®</a:t>
            </a:r>
          </a:p>
          <a:p>
            <a:pPr marL="171450" indent="-171450">
              <a:buClr>
                <a:schemeClr val="accent1"/>
              </a:buClr>
              <a:buFont typeface="Arial" panose="020B0604020202020204" pitchFamily="34" charset="0"/>
              <a:buChar char="•"/>
            </a:pPr>
            <a:r>
              <a:rPr lang="en-US" sz="1100" dirty="0">
                <a:solidFill>
                  <a:srgbClr val="000000"/>
                </a:solidFill>
                <a:cs typeface="Arial"/>
              </a:rPr>
              <a:t>Iridium OpenPort</a:t>
            </a:r>
            <a:r>
              <a:rPr lang="en-US" sz="1100" baseline="30000" dirty="0">
                <a:solidFill>
                  <a:srgbClr val="000000"/>
                </a:solidFill>
                <a:cs typeface="Arial"/>
              </a:rPr>
              <a:t>®</a:t>
            </a:r>
          </a:p>
          <a:p>
            <a:pPr marL="171450" indent="-171450">
              <a:buClr>
                <a:schemeClr val="accent1"/>
              </a:buClr>
              <a:buFont typeface="Arial" panose="020B0604020202020204" pitchFamily="34" charset="0"/>
              <a:buChar char="•"/>
            </a:pPr>
            <a:r>
              <a:rPr lang="en-US" sz="1100" dirty="0">
                <a:solidFill>
                  <a:srgbClr val="000000"/>
                </a:solidFill>
                <a:cs typeface="Arial"/>
              </a:rPr>
              <a:t>Iridium Pilot</a:t>
            </a:r>
            <a:r>
              <a:rPr lang="en-US" sz="1100" baseline="30000" dirty="0">
                <a:solidFill>
                  <a:srgbClr val="000000"/>
                </a:solidFill>
                <a:cs typeface="Arial"/>
              </a:rPr>
              <a:t>®</a:t>
            </a:r>
          </a:p>
          <a:p>
            <a:pPr marL="171450" indent="-171450">
              <a:buClr>
                <a:schemeClr val="accent1"/>
              </a:buClr>
              <a:buFont typeface="Arial" panose="020B0604020202020204" pitchFamily="34" charset="0"/>
              <a:buChar char="•"/>
            </a:pPr>
            <a:r>
              <a:rPr lang="en-US" sz="1100" dirty="0">
                <a:solidFill>
                  <a:srgbClr val="000000"/>
                </a:solidFill>
                <a:cs typeface="Arial"/>
              </a:rPr>
              <a:t>Netted Iridium</a:t>
            </a:r>
            <a:r>
              <a:rPr lang="en-US" sz="1100" baseline="30000" dirty="0">
                <a:solidFill>
                  <a:srgbClr val="000000"/>
                </a:solidFill>
                <a:cs typeface="Arial"/>
              </a:rPr>
              <a:t>® </a:t>
            </a:r>
          </a:p>
          <a:p>
            <a:pPr marL="171450" indent="-171450">
              <a:buClr>
                <a:schemeClr val="accent1"/>
              </a:buClr>
              <a:buFont typeface="Arial" panose="020B0604020202020204" pitchFamily="34" charset="0"/>
              <a:buChar char="•"/>
            </a:pPr>
            <a:r>
              <a:rPr lang="en-US" sz="1100" dirty="0">
                <a:solidFill>
                  <a:srgbClr val="000000"/>
                </a:solidFill>
                <a:cs typeface="Arial"/>
              </a:rPr>
              <a:t>Short Burst Data</a:t>
            </a:r>
            <a:r>
              <a:rPr lang="en-US" sz="1100" baseline="30000" dirty="0">
                <a:solidFill>
                  <a:srgbClr val="000000"/>
                </a:solidFill>
                <a:cs typeface="Arial"/>
              </a:rPr>
              <a:t> ®</a:t>
            </a:r>
            <a:r>
              <a:rPr lang="en-US" sz="1100" dirty="0">
                <a:solidFill>
                  <a:srgbClr val="000000"/>
                </a:solidFill>
                <a:cs typeface="Arial"/>
              </a:rPr>
              <a:t> </a:t>
            </a:r>
          </a:p>
          <a:p>
            <a:pPr marL="171450" indent="-171450">
              <a:buClr>
                <a:schemeClr val="accent1"/>
              </a:buClr>
              <a:buFont typeface="Arial" panose="020B0604020202020204" pitchFamily="34" charset="0"/>
              <a:buChar char="•"/>
            </a:pPr>
            <a:r>
              <a:rPr lang="en-US" sz="1100" dirty="0">
                <a:solidFill>
                  <a:srgbClr val="000000"/>
                </a:solidFill>
                <a:cs typeface="Arial"/>
              </a:rPr>
              <a:t>SBD</a:t>
            </a:r>
            <a:r>
              <a:rPr lang="en-US" sz="1100" baseline="30000" dirty="0">
                <a:solidFill>
                  <a:srgbClr val="000000"/>
                </a:solidFill>
                <a:cs typeface="Arial"/>
              </a:rPr>
              <a:t>® </a:t>
            </a:r>
            <a:r>
              <a:rPr lang="en-US" sz="1100" dirty="0">
                <a:solidFill>
                  <a:srgbClr val="000000"/>
                </a:solidFill>
                <a:cs typeface="Arial"/>
              </a:rPr>
              <a:t> </a:t>
            </a:r>
          </a:p>
          <a:p>
            <a:pPr marL="171450" indent="-171450">
              <a:buClr>
                <a:schemeClr val="accent1"/>
              </a:buClr>
              <a:buFont typeface="Arial" panose="020B0604020202020204" pitchFamily="34" charset="0"/>
              <a:buChar char="•"/>
            </a:pPr>
            <a:r>
              <a:rPr lang="en-US" sz="1100" dirty="0">
                <a:solidFill>
                  <a:srgbClr val="000000"/>
                </a:solidFill>
                <a:cs typeface="Arial"/>
              </a:rPr>
              <a:t>Global Line of </a:t>
            </a:r>
            <a:r>
              <a:rPr lang="en-US" sz="1100" dirty="0" err="1">
                <a:solidFill>
                  <a:srgbClr val="000000"/>
                </a:solidFill>
                <a:cs typeface="Arial"/>
              </a:rPr>
              <a:t>Sight</a:t>
            </a:r>
            <a:r>
              <a:rPr lang="en-US" sz="1100" baseline="30000" dirty="0" err="1">
                <a:solidFill>
                  <a:srgbClr val="000000"/>
                </a:solidFill>
                <a:cs typeface="Arial"/>
              </a:rPr>
              <a:t>SM</a:t>
            </a:r>
            <a:endParaRPr lang="en-US" sz="1100" baseline="30000" dirty="0">
              <a:solidFill>
                <a:srgbClr val="000000"/>
              </a:solidFill>
              <a:cs typeface="Arial"/>
            </a:endParaRPr>
          </a:p>
          <a:p>
            <a:pPr marL="171450" indent="-171450">
              <a:buClr>
                <a:schemeClr val="accent1"/>
              </a:buClr>
              <a:buFont typeface="Arial" panose="020B0604020202020204" pitchFamily="34" charset="0"/>
              <a:buChar char="•"/>
            </a:pPr>
            <a:r>
              <a:rPr lang="en-US" sz="1100" dirty="0">
                <a:solidFill>
                  <a:srgbClr val="000000"/>
                </a:solidFill>
                <a:cs typeface="Arial"/>
              </a:rPr>
              <a:t>GLOS</a:t>
            </a:r>
            <a:r>
              <a:rPr lang="en-US" sz="1100" baseline="30000" dirty="0">
                <a:solidFill>
                  <a:srgbClr val="000000"/>
                </a:solidFill>
                <a:cs typeface="Arial"/>
              </a:rPr>
              <a:t>SM</a:t>
            </a:r>
          </a:p>
          <a:p>
            <a:pPr marL="171450" indent="-171450">
              <a:buClr>
                <a:schemeClr val="accent1"/>
              </a:buClr>
              <a:buFont typeface="Arial" panose="020B0604020202020204" pitchFamily="34" charset="0"/>
              <a:buChar char="•"/>
            </a:pPr>
            <a:r>
              <a:rPr lang="en-US" sz="1100" dirty="0">
                <a:solidFill>
                  <a:srgbClr val="000000"/>
                </a:solidFill>
                <a:cs typeface="Arial"/>
              </a:rPr>
              <a:t>Everything Within Reach.</a:t>
            </a:r>
            <a:r>
              <a:rPr lang="en-US" sz="1100" baseline="30000" dirty="0">
                <a:solidFill>
                  <a:srgbClr val="000000"/>
                </a:solidFill>
                <a:cs typeface="Arial"/>
              </a:rPr>
              <a:t>® </a:t>
            </a:r>
          </a:p>
          <a:p>
            <a:pPr marL="171450" indent="-171450">
              <a:buClr>
                <a:schemeClr val="accent1"/>
              </a:buClr>
              <a:buFont typeface="Arial" panose="020B0604020202020204" pitchFamily="34" charset="0"/>
              <a:buChar char="•"/>
            </a:pPr>
            <a:r>
              <a:rPr lang="en-US" sz="1100" dirty="0">
                <a:solidFill>
                  <a:srgbClr val="000000"/>
                </a:solidFill>
                <a:cs typeface="Arial"/>
              </a:rPr>
              <a:t>Reliability Above All.</a:t>
            </a:r>
            <a:r>
              <a:rPr lang="en-US" sz="1100" baseline="30000" dirty="0">
                <a:solidFill>
                  <a:srgbClr val="000000"/>
                </a:solidFill>
                <a:cs typeface="Arial"/>
              </a:rPr>
              <a:t>® </a:t>
            </a:r>
          </a:p>
          <a:p>
            <a:pPr marL="171450" indent="-171450">
              <a:buClr>
                <a:schemeClr val="accent1"/>
              </a:buClr>
              <a:buFont typeface="Arial" panose="020B0604020202020204" pitchFamily="34" charset="0"/>
              <a:buChar char="•"/>
            </a:pPr>
            <a:r>
              <a:rPr lang="en-US" sz="1100" dirty="0">
                <a:solidFill>
                  <a:srgbClr val="000000"/>
                </a:solidFill>
                <a:cs typeface="Arial"/>
              </a:rPr>
              <a:t>Your World. Our Network.</a:t>
            </a:r>
            <a:r>
              <a:rPr lang="en-US" sz="1100" baseline="30000" dirty="0">
                <a:solidFill>
                  <a:srgbClr val="000000"/>
                </a:solidFill>
                <a:cs typeface="Arial"/>
              </a:rPr>
              <a:t>®</a:t>
            </a:r>
            <a:endParaRPr lang="en-US" sz="1100" dirty="0">
              <a:solidFill>
                <a:srgbClr val="000000"/>
              </a:solidFill>
              <a:cs typeface="Arial"/>
            </a:endParaRPr>
          </a:p>
        </p:txBody>
      </p:sp>
      <p:sp>
        <p:nvSpPr>
          <p:cNvPr id="17" name="Text Placeholder 16">
            <a:extLst>
              <a:ext uri="{FF2B5EF4-FFF2-40B4-BE49-F238E27FC236}">
                <a16:creationId xmlns:a16="http://schemas.microsoft.com/office/drawing/2014/main" id="{399E7D56-124D-4DF6-86FB-E36C70769448}"/>
              </a:ext>
            </a:extLst>
          </p:cNvPr>
          <p:cNvSpPr>
            <a:spLocks noGrp="1"/>
          </p:cNvSpPr>
          <p:nvPr>
            <p:ph type="body" sz="quarter" idx="3"/>
          </p:nvPr>
        </p:nvSpPr>
        <p:spPr>
          <a:xfrm>
            <a:off x="6242780" y="1230731"/>
            <a:ext cx="5019414" cy="326435"/>
          </a:xfrm>
        </p:spPr>
        <p:txBody>
          <a:bodyPr anchor="b">
            <a:normAutofit lnSpcReduction="10000"/>
          </a:bodyPr>
          <a:lstStyle/>
          <a:p>
            <a:r>
              <a:rPr lang="en-US" sz="1800" dirty="0"/>
              <a:t>APPROVED LOGOS &amp; IDENTIFIERS</a:t>
            </a:r>
          </a:p>
        </p:txBody>
      </p:sp>
      <p:sp>
        <p:nvSpPr>
          <p:cNvPr id="15" name="Content Placeholder 14">
            <a:extLst>
              <a:ext uri="{FF2B5EF4-FFF2-40B4-BE49-F238E27FC236}">
                <a16:creationId xmlns:a16="http://schemas.microsoft.com/office/drawing/2014/main" id="{64171151-19D0-4D88-86AA-CF670DA97AF6}"/>
              </a:ext>
            </a:extLst>
          </p:cNvPr>
          <p:cNvSpPr>
            <a:spLocks noGrp="1"/>
          </p:cNvSpPr>
          <p:nvPr>
            <p:ph sz="quarter" idx="4"/>
          </p:nvPr>
        </p:nvSpPr>
        <p:spPr>
          <a:xfrm>
            <a:off x="6279032" y="3075801"/>
            <a:ext cx="5019414" cy="1476293"/>
          </a:xfrm>
        </p:spPr>
        <p:txBody>
          <a:bodyPr>
            <a:normAutofit/>
          </a:bodyPr>
          <a:lstStyle/>
          <a:p>
            <a:pPr marL="171450" marR="0" lvl="0" indent="-171450" defTabSz="257175" rtl="0" eaLnBrk="1" fontAlgn="auto" latinLnBrk="0" hangingPunct="1">
              <a:lnSpc>
                <a:spcPct val="100000"/>
              </a:lnSpc>
              <a:spcBef>
                <a:spcPts val="338"/>
              </a:spcBef>
              <a:spcAft>
                <a:spcPts val="0"/>
              </a:spcAft>
              <a:buClr>
                <a:srgbClr val="F9A225"/>
              </a:buClr>
              <a:buSzTx/>
              <a:buFont typeface="Arial" panose="020B0604020202020204" pitchFamily="34" charset="0"/>
              <a:buChar char="•"/>
              <a:tabLst/>
              <a:defRPr/>
            </a:pPr>
            <a:r>
              <a:rPr kumimoji="0" lang="en-US" sz="1200" b="0" i="1" u="none" strike="noStrike" kern="1200" cap="none" spc="0" normalizeH="0" baseline="0" noProof="0" dirty="0">
                <a:ln>
                  <a:noFill/>
                </a:ln>
                <a:solidFill>
                  <a:srgbClr val="000000"/>
                </a:solidFill>
                <a:effectLst/>
                <a:uLnTx/>
                <a:uFillTx/>
                <a:latin typeface="Arial"/>
                <a:ea typeface="+mn-ea"/>
                <a:cs typeface="Arial"/>
              </a:rPr>
              <a:t>The </a:t>
            </a:r>
            <a:r>
              <a:rPr kumimoji="0" lang="en-US" sz="1200" b="1" i="1" u="none" strike="noStrike" kern="1200" cap="none" spc="0" normalizeH="0" baseline="0" noProof="0" dirty="0">
                <a:ln>
                  <a:noFill/>
                </a:ln>
                <a:solidFill>
                  <a:srgbClr val="F9A225"/>
                </a:solidFill>
                <a:effectLst/>
                <a:uLnTx/>
                <a:uFillTx/>
                <a:latin typeface="Arial"/>
                <a:ea typeface="+mn-ea"/>
                <a:cs typeface="Arial"/>
              </a:rPr>
              <a:t>Iridium Everywhere </a:t>
            </a:r>
            <a:r>
              <a:rPr kumimoji="0" lang="en-US" sz="1200" b="0" i="1" u="none" strike="noStrike" kern="1200" cap="none" spc="0" normalizeH="0" baseline="0" noProof="0" dirty="0">
                <a:ln>
                  <a:noFill/>
                </a:ln>
                <a:solidFill>
                  <a:srgbClr val="000000"/>
                </a:solidFill>
                <a:effectLst/>
                <a:uLnTx/>
                <a:uFillTx/>
                <a:latin typeface="Arial"/>
                <a:ea typeface="+mn-ea"/>
                <a:cs typeface="Arial"/>
              </a:rPr>
              <a:t>logo has been retired and should no longer be used in any instance.</a:t>
            </a:r>
          </a:p>
          <a:p>
            <a:pPr marL="171450" marR="0" lvl="0" indent="-171450" defTabSz="257175" rtl="0" eaLnBrk="1" fontAlgn="auto" latinLnBrk="0" hangingPunct="1">
              <a:lnSpc>
                <a:spcPct val="100000"/>
              </a:lnSpc>
              <a:spcBef>
                <a:spcPts val="338"/>
              </a:spcBef>
              <a:spcAft>
                <a:spcPts val="0"/>
              </a:spcAft>
              <a:buClr>
                <a:srgbClr val="F9A225"/>
              </a:buClr>
              <a:buSzTx/>
              <a:buFont typeface="Arial" panose="020B0604020202020204" pitchFamily="34" charset="0"/>
              <a:buChar char="•"/>
              <a:tabLst/>
              <a:defRPr/>
            </a:pPr>
            <a:r>
              <a:rPr kumimoji="0" lang="en-US" sz="1200" b="0" i="1" u="none" strike="noStrike" kern="1200" cap="none" spc="0" normalizeH="0" baseline="0" noProof="0" dirty="0">
                <a:ln>
                  <a:noFill/>
                </a:ln>
                <a:solidFill>
                  <a:srgbClr val="000000"/>
                </a:solidFill>
                <a:effectLst/>
                <a:uLnTx/>
                <a:uFillTx/>
                <a:latin typeface="Arial"/>
                <a:ea typeface="+mn-ea"/>
                <a:cs typeface="Arial"/>
              </a:rPr>
              <a:t>The </a:t>
            </a:r>
            <a:r>
              <a:rPr kumimoji="0" lang="en-US" sz="1200" b="1" i="1" u="none" strike="noStrike" kern="1200" cap="none" spc="0" normalizeH="0" baseline="0" noProof="0" dirty="0">
                <a:ln>
                  <a:noFill/>
                </a:ln>
                <a:solidFill>
                  <a:srgbClr val="F9A225"/>
                </a:solidFill>
                <a:effectLst/>
                <a:uLnTx/>
                <a:uFillTx/>
                <a:latin typeface="Arial"/>
                <a:ea typeface="+mn-ea"/>
                <a:cs typeface="Arial"/>
              </a:rPr>
              <a:t>Iridium Certus </a:t>
            </a:r>
            <a:r>
              <a:rPr kumimoji="0" lang="en-US" sz="1200" b="0" i="1" u="none" strike="noStrike" kern="1200" cap="none" spc="0" normalizeH="0" baseline="0" noProof="0" dirty="0">
                <a:ln>
                  <a:noFill/>
                </a:ln>
                <a:solidFill>
                  <a:srgbClr val="000000"/>
                </a:solidFill>
                <a:effectLst/>
                <a:uLnTx/>
                <a:uFillTx/>
                <a:latin typeface="Arial"/>
                <a:ea typeface="+mn-ea"/>
                <a:cs typeface="Arial"/>
              </a:rPr>
              <a:t>identifier, mobius strip, and connected logo have been retired and should no longer be used.</a:t>
            </a:r>
          </a:p>
          <a:p>
            <a:pPr marL="171450" marR="0" lvl="0" indent="-171450" defTabSz="257175" rtl="0" eaLnBrk="1" fontAlgn="auto" latinLnBrk="0" hangingPunct="1">
              <a:lnSpc>
                <a:spcPct val="100000"/>
              </a:lnSpc>
              <a:spcBef>
                <a:spcPts val="338"/>
              </a:spcBef>
              <a:spcAft>
                <a:spcPts val="0"/>
              </a:spcAft>
              <a:buClr>
                <a:srgbClr val="F9A225"/>
              </a:buClr>
              <a:buSzTx/>
              <a:buFont typeface="Arial" panose="020B0604020202020204" pitchFamily="34" charset="0"/>
              <a:buChar char="•"/>
              <a:tabLst/>
              <a:defRPr/>
            </a:pPr>
            <a:r>
              <a:rPr kumimoji="0" lang="en-US" sz="1200" b="0" i="1" u="none" strike="noStrike" kern="1200" cap="none" spc="0" normalizeH="0" baseline="0" noProof="0" dirty="0">
                <a:ln>
                  <a:noFill/>
                </a:ln>
                <a:solidFill>
                  <a:srgbClr val="000000"/>
                </a:solidFill>
                <a:effectLst/>
                <a:uLnTx/>
                <a:uFillTx/>
                <a:latin typeface="Arial"/>
                <a:ea typeface="+mn-ea"/>
                <a:cs typeface="Arial"/>
              </a:rPr>
              <a:t>The </a:t>
            </a:r>
            <a:r>
              <a:rPr kumimoji="0" lang="en-US" sz="1200" b="1" i="1" u="none" strike="noStrike" kern="1200" cap="none" spc="0" normalizeH="0" baseline="0" noProof="0" dirty="0">
                <a:ln>
                  <a:noFill/>
                </a:ln>
                <a:solidFill>
                  <a:srgbClr val="F9A225"/>
                </a:solidFill>
                <a:effectLst/>
                <a:uLnTx/>
                <a:uFillTx/>
                <a:latin typeface="Arial"/>
                <a:ea typeface="+mn-ea"/>
                <a:cs typeface="Arial"/>
              </a:rPr>
              <a:t>Iridium NEXT </a:t>
            </a:r>
            <a:r>
              <a:rPr lang="en-US" sz="1200" i="1" dirty="0">
                <a:solidFill>
                  <a:srgbClr val="000000"/>
                </a:solidFill>
                <a:latin typeface="Arial"/>
                <a:cs typeface="Arial"/>
              </a:rPr>
              <a:t>i</a:t>
            </a:r>
            <a:r>
              <a:rPr kumimoji="0" lang="en-US" sz="1200" b="0" i="1" u="none" strike="noStrike" kern="1200" cap="none" spc="0" normalizeH="0" baseline="0" noProof="0" dirty="0">
                <a:ln>
                  <a:noFill/>
                </a:ln>
                <a:solidFill>
                  <a:srgbClr val="000000"/>
                </a:solidFill>
                <a:effectLst/>
                <a:uLnTx/>
                <a:uFillTx/>
                <a:latin typeface="Arial"/>
                <a:ea typeface="+mn-ea"/>
                <a:cs typeface="Arial"/>
              </a:rPr>
              <a:t>dentifier has been retired for general use. It should only be used in reference to the historic Iridium NEXT mission.</a:t>
            </a:r>
          </a:p>
        </p:txBody>
      </p:sp>
      <p:sp>
        <p:nvSpPr>
          <p:cNvPr id="2" name="Title 1">
            <a:extLst>
              <a:ext uri="{FF2B5EF4-FFF2-40B4-BE49-F238E27FC236}">
                <a16:creationId xmlns:a16="http://schemas.microsoft.com/office/drawing/2014/main" id="{E774CBE4-F56E-4FF3-8E16-A3E3674C8E11}"/>
              </a:ext>
            </a:extLst>
          </p:cNvPr>
          <p:cNvSpPr>
            <a:spLocks noGrp="1"/>
          </p:cNvSpPr>
          <p:nvPr>
            <p:ph type="title"/>
          </p:nvPr>
        </p:nvSpPr>
        <p:spPr/>
        <p:txBody>
          <a:bodyPr/>
          <a:lstStyle/>
          <a:p>
            <a:r>
              <a:rPr lang="en-US" dirty="0"/>
              <a:t>Iridium® Brand Guidelines</a:t>
            </a:r>
          </a:p>
        </p:txBody>
      </p:sp>
      <p:sp>
        <p:nvSpPr>
          <p:cNvPr id="13" name="Text Placeholder 12">
            <a:extLst>
              <a:ext uri="{FF2B5EF4-FFF2-40B4-BE49-F238E27FC236}">
                <a16:creationId xmlns:a16="http://schemas.microsoft.com/office/drawing/2014/main" id="{A3F09391-23D7-43B4-8E3B-10EC83014C51}"/>
              </a:ext>
            </a:extLst>
          </p:cNvPr>
          <p:cNvSpPr>
            <a:spLocks noGrp="1"/>
          </p:cNvSpPr>
          <p:nvPr>
            <p:ph type="body" sz="quarter" idx="13"/>
          </p:nvPr>
        </p:nvSpPr>
        <p:spPr>
          <a:xfrm>
            <a:off x="746594" y="1230731"/>
            <a:ext cx="5019414" cy="326435"/>
          </a:xfrm>
        </p:spPr>
        <p:txBody>
          <a:bodyPr anchor="b">
            <a:normAutofit lnSpcReduction="10000"/>
          </a:bodyPr>
          <a:lstStyle/>
          <a:p>
            <a:r>
              <a:rPr lang="en-US" sz="1800" dirty="0"/>
              <a:t>TRADEMARKS</a:t>
            </a:r>
          </a:p>
        </p:txBody>
      </p:sp>
      <p:sp>
        <p:nvSpPr>
          <p:cNvPr id="12" name="Title 1">
            <a:extLst>
              <a:ext uri="{FF2B5EF4-FFF2-40B4-BE49-F238E27FC236}">
                <a16:creationId xmlns:a16="http://schemas.microsoft.com/office/drawing/2014/main" id="{A33A3E54-25F0-4374-95D8-E3D59001C328}"/>
              </a:ext>
            </a:extLst>
          </p:cNvPr>
          <p:cNvSpPr txBox="1">
            <a:spLocks/>
          </p:cNvSpPr>
          <p:nvPr/>
        </p:nvSpPr>
        <p:spPr>
          <a:xfrm>
            <a:off x="8663553" y="1266"/>
            <a:ext cx="3528447" cy="644525"/>
          </a:xfrm>
          <a:prstGeom prst="rect">
            <a:avLst/>
          </a:prstGeom>
          <a:solidFill>
            <a:srgbClr val="FF0000"/>
          </a:solidFill>
        </p:spPr>
        <p:txBody>
          <a:bodyPr vert="horz" lIns="68580" tIns="34290" rIns="68580" bIns="34290" rtlCol="0" anchor="ctr">
            <a:normAutofit/>
          </a:bodyPr>
          <a:lstStyle>
            <a:lvl1pPr algn="l" defTabSz="457200" rtl="0" eaLnBrk="1" latinLnBrk="0" hangingPunct="1">
              <a:spcBef>
                <a:spcPct val="0"/>
              </a:spcBef>
              <a:buNone/>
              <a:defRPr sz="2000" kern="1200" cap="all" spc="20">
                <a:solidFill>
                  <a:schemeClr val="tx1">
                    <a:lumMod val="75000"/>
                    <a:lumOff val="25000"/>
                  </a:schemeClr>
                </a:solidFill>
                <a:latin typeface="Arial" panose="020B0604020202020204" pitchFamily="34" charset="0"/>
                <a:ea typeface="+mj-ea"/>
                <a:cs typeface="Arial" panose="020B0604020202020204" pitchFamily="34" charset="0"/>
              </a:defRPr>
            </a:lvl1pPr>
          </a:lstStyle>
          <a:p>
            <a:pPr algn="ctr"/>
            <a:r>
              <a:rPr lang="en-US" b="1" i="1" dirty="0">
                <a:solidFill>
                  <a:schemeClr val="bg1"/>
                </a:solidFill>
              </a:rPr>
              <a:t>REMOVE THIS SLIDE!</a:t>
            </a:r>
          </a:p>
        </p:txBody>
      </p:sp>
      <p:pic>
        <p:nvPicPr>
          <p:cNvPr id="19" name="Picture 18">
            <a:extLst>
              <a:ext uri="{FF2B5EF4-FFF2-40B4-BE49-F238E27FC236}">
                <a16:creationId xmlns:a16="http://schemas.microsoft.com/office/drawing/2014/main" id="{9FBCC633-A6FF-4135-915C-AAE8F003C710}"/>
              </a:ext>
            </a:extLst>
          </p:cNvPr>
          <p:cNvPicPr>
            <a:picLocks noChangeAspect="1"/>
          </p:cNvPicPr>
          <p:nvPr/>
        </p:nvPicPr>
        <p:blipFill>
          <a:blip r:embed="rId2"/>
          <a:stretch>
            <a:fillRect/>
          </a:stretch>
        </p:blipFill>
        <p:spPr>
          <a:xfrm>
            <a:off x="9689370" y="1750392"/>
            <a:ext cx="1487686" cy="485928"/>
          </a:xfrm>
          <a:prstGeom prst="rect">
            <a:avLst/>
          </a:prstGeom>
        </p:spPr>
      </p:pic>
      <p:pic>
        <p:nvPicPr>
          <p:cNvPr id="20" name="Picture 19">
            <a:extLst>
              <a:ext uri="{FF2B5EF4-FFF2-40B4-BE49-F238E27FC236}">
                <a16:creationId xmlns:a16="http://schemas.microsoft.com/office/drawing/2014/main" id="{1AA402DC-8A35-4CD3-B7E7-D93F55B997A5}"/>
              </a:ext>
            </a:extLst>
          </p:cNvPr>
          <p:cNvPicPr>
            <a:picLocks noChangeAspect="1"/>
          </p:cNvPicPr>
          <p:nvPr/>
        </p:nvPicPr>
        <p:blipFill>
          <a:blip r:embed="rId3"/>
          <a:stretch>
            <a:fillRect/>
          </a:stretch>
        </p:blipFill>
        <p:spPr>
          <a:xfrm>
            <a:off x="6798493" y="1749567"/>
            <a:ext cx="1577409" cy="425901"/>
          </a:xfrm>
          <a:prstGeom prst="rect">
            <a:avLst/>
          </a:prstGeom>
        </p:spPr>
      </p:pic>
      <p:cxnSp>
        <p:nvCxnSpPr>
          <p:cNvPr id="21" name="Straight Connector 20">
            <a:extLst>
              <a:ext uri="{FF2B5EF4-FFF2-40B4-BE49-F238E27FC236}">
                <a16:creationId xmlns:a16="http://schemas.microsoft.com/office/drawing/2014/main" id="{085A1532-C18B-4B70-9C04-70E35EFC18D9}"/>
              </a:ext>
            </a:extLst>
          </p:cNvPr>
          <p:cNvCxnSpPr>
            <a:cxnSpLocks/>
          </p:cNvCxnSpPr>
          <p:nvPr/>
        </p:nvCxnSpPr>
        <p:spPr>
          <a:xfrm>
            <a:off x="9010229" y="1713371"/>
            <a:ext cx="0" cy="1154381"/>
          </a:xfrm>
          <a:prstGeom prst="line">
            <a:avLst/>
          </a:prstGeom>
          <a:ln w="12700">
            <a:solidFill>
              <a:srgbClr val="95A0A9"/>
            </a:solidFill>
            <a:tailEnd type="none" w="lg" len="lg"/>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7084588-BC87-46D6-8BC5-5C4CBA07250C}"/>
              </a:ext>
            </a:extLst>
          </p:cNvPr>
          <p:cNvCxnSpPr>
            <a:cxnSpLocks/>
          </p:cNvCxnSpPr>
          <p:nvPr/>
        </p:nvCxnSpPr>
        <p:spPr>
          <a:xfrm>
            <a:off x="6164262" y="2243516"/>
            <a:ext cx="5691935" cy="0"/>
          </a:xfrm>
          <a:prstGeom prst="line">
            <a:avLst/>
          </a:prstGeom>
          <a:ln w="12700">
            <a:solidFill>
              <a:srgbClr val="95A0A9"/>
            </a:solidFill>
            <a:tailEnd type="none" w="lg" len="lg"/>
          </a:ln>
          <a:effectLst/>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A1840AB8-2C11-4435-8415-1A90C2049A17}"/>
              </a:ext>
            </a:extLst>
          </p:cNvPr>
          <p:cNvSpPr/>
          <p:nvPr/>
        </p:nvSpPr>
        <p:spPr>
          <a:xfrm>
            <a:off x="6164252" y="2275817"/>
            <a:ext cx="2845967" cy="592470"/>
          </a:xfrm>
          <a:prstGeom prst="rect">
            <a:avLst/>
          </a:prstGeom>
        </p:spPr>
        <p:txBody>
          <a:bodyPr wrap="square">
            <a:spAutoFit/>
          </a:bodyPr>
          <a:lstStyle/>
          <a:p>
            <a:pPr algn="ctr" defTabSz="257175">
              <a:spcBef>
                <a:spcPts val="338"/>
              </a:spcBef>
              <a:buClr>
                <a:srgbClr val="F9A225"/>
              </a:buClr>
            </a:pPr>
            <a:r>
              <a:rPr lang="en-US" sz="1000" b="1" u="sng" dirty="0">
                <a:solidFill>
                  <a:srgbClr val="000000"/>
                </a:solidFill>
                <a:cs typeface="Arial"/>
              </a:rPr>
              <a:t>Corporate Logo</a:t>
            </a:r>
          </a:p>
          <a:p>
            <a:pPr algn="ctr" defTabSz="257175">
              <a:spcBef>
                <a:spcPts val="338"/>
              </a:spcBef>
              <a:buClr>
                <a:srgbClr val="F9A225"/>
              </a:buClr>
            </a:pPr>
            <a:r>
              <a:rPr lang="en-US" sz="1000" dirty="0">
                <a:solidFill>
                  <a:srgbClr val="000000"/>
                </a:solidFill>
                <a:cs typeface="Arial"/>
              </a:rPr>
              <a:t>For use on corporate communications, presentations, graphics, etc.</a:t>
            </a:r>
          </a:p>
        </p:txBody>
      </p:sp>
      <p:sp>
        <p:nvSpPr>
          <p:cNvPr id="24" name="Rectangle 23">
            <a:extLst>
              <a:ext uri="{FF2B5EF4-FFF2-40B4-BE49-F238E27FC236}">
                <a16:creationId xmlns:a16="http://schemas.microsoft.com/office/drawing/2014/main" id="{639D524C-F3D2-4260-A72E-20C2A0F94C71}"/>
              </a:ext>
            </a:extLst>
          </p:cNvPr>
          <p:cNvSpPr/>
          <p:nvPr/>
        </p:nvSpPr>
        <p:spPr>
          <a:xfrm>
            <a:off x="9010219" y="2275282"/>
            <a:ext cx="2845978" cy="592470"/>
          </a:xfrm>
          <a:prstGeom prst="rect">
            <a:avLst/>
          </a:prstGeom>
        </p:spPr>
        <p:txBody>
          <a:bodyPr wrap="square">
            <a:spAutoFit/>
          </a:bodyPr>
          <a:lstStyle/>
          <a:p>
            <a:pPr algn="ctr" defTabSz="257175">
              <a:spcBef>
                <a:spcPts val="338"/>
              </a:spcBef>
              <a:buClr>
                <a:srgbClr val="F9A225"/>
              </a:buClr>
            </a:pPr>
            <a:r>
              <a:rPr lang="en-US" sz="1000" b="1" u="sng" dirty="0">
                <a:solidFill>
                  <a:srgbClr val="000000"/>
                </a:solidFill>
                <a:cs typeface="Arial"/>
              </a:rPr>
              <a:t>Iridium Connected Logo</a:t>
            </a:r>
          </a:p>
          <a:p>
            <a:pPr algn="ctr" defTabSz="257175">
              <a:spcBef>
                <a:spcPts val="338"/>
              </a:spcBef>
              <a:buClr>
                <a:srgbClr val="F9A225"/>
              </a:buClr>
            </a:pPr>
            <a:r>
              <a:rPr lang="en-US" sz="1000" dirty="0">
                <a:solidFill>
                  <a:srgbClr val="000000"/>
                </a:solidFill>
                <a:cs typeface="Arial"/>
              </a:rPr>
              <a:t>Only for use when describing partner products enabled by the Iridium network.</a:t>
            </a:r>
          </a:p>
        </p:txBody>
      </p:sp>
      <p:sp>
        <p:nvSpPr>
          <p:cNvPr id="25" name="Rectangle 24">
            <a:extLst>
              <a:ext uri="{FF2B5EF4-FFF2-40B4-BE49-F238E27FC236}">
                <a16:creationId xmlns:a16="http://schemas.microsoft.com/office/drawing/2014/main" id="{43582CEF-9D32-4B93-97B9-EE44E29BBB29}"/>
              </a:ext>
            </a:extLst>
          </p:cNvPr>
          <p:cNvSpPr/>
          <p:nvPr/>
        </p:nvSpPr>
        <p:spPr>
          <a:xfrm>
            <a:off x="6164262" y="1711430"/>
            <a:ext cx="5691935" cy="1156322"/>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0000"/>
              </a:solidFill>
            </a:endParaRPr>
          </a:p>
        </p:txBody>
      </p:sp>
      <p:sp>
        <p:nvSpPr>
          <p:cNvPr id="29" name="TextBox 28">
            <a:extLst>
              <a:ext uri="{FF2B5EF4-FFF2-40B4-BE49-F238E27FC236}">
                <a16:creationId xmlns:a16="http://schemas.microsoft.com/office/drawing/2014/main" id="{DAF72992-181A-4B98-80E4-D1DE667DCB7C}"/>
              </a:ext>
            </a:extLst>
          </p:cNvPr>
          <p:cNvSpPr txBox="1"/>
          <p:nvPr/>
        </p:nvSpPr>
        <p:spPr>
          <a:xfrm>
            <a:off x="6164251" y="4552094"/>
            <a:ext cx="5691946" cy="1054135"/>
          </a:xfrm>
          <a:prstGeom prst="rect">
            <a:avLst/>
          </a:prstGeom>
          <a:noFill/>
        </p:spPr>
        <p:txBody>
          <a:bodyPr wrap="square">
            <a:spAutoFit/>
          </a:bodyPr>
          <a:lstStyle/>
          <a:p>
            <a:pPr lvl="0" algn="ctr" defTabSz="257175">
              <a:spcBef>
                <a:spcPts val="338"/>
              </a:spcBef>
              <a:buClr>
                <a:srgbClr val="F9A225"/>
              </a:buClr>
            </a:pPr>
            <a:r>
              <a:rPr lang="en-US" sz="1050" b="1" i="1" dirty="0">
                <a:solidFill>
                  <a:srgbClr val="FF0000"/>
                </a:solidFill>
                <a:cs typeface="Arial"/>
              </a:rPr>
              <a:t>Using another company’s product and/or trademark in Iridium materials without the consent of the trademark holder or in a manner that may be construed as an endorsement of Iridium by the other company may subject Iridium to liability for trademark misuse! Care should be taken to avoid using easily identifiable, third-party products and/or trademarks or referencing specific individuals in marketing material in a manner that may be construed as endorsing Iridium.</a:t>
            </a:r>
          </a:p>
        </p:txBody>
      </p:sp>
      <p:sp>
        <p:nvSpPr>
          <p:cNvPr id="31" name="TextBox 30">
            <a:extLst>
              <a:ext uri="{FF2B5EF4-FFF2-40B4-BE49-F238E27FC236}">
                <a16:creationId xmlns:a16="http://schemas.microsoft.com/office/drawing/2014/main" id="{C03AE62C-FB0E-4349-A401-BB2595B9F55D}"/>
              </a:ext>
            </a:extLst>
          </p:cNvPr>
          <p:cNvSpPr txBox="1"/>
          <p:nvPr/>
        </p:nvSpPr>
        <p:spPr>
          <a:xfrm>
            <a:off x="782846" y="1648025"/>
            <a:ext cx="5032167" cy="461665"/>
          </a:xfrm>
          <a:prstGeom prst="rect">
            <a:avLst/>
          </a:prstGeom>
          <a:noFill/>
        </p:spPr>
        <p:txBody>
          <a:bodyPr wrap="square">
            <a:spAutoFit/>
          </a:bodyPr>
          <a:lstStyle/>
          <a:p>
            <a:pPr marL="0" indent="0"/>
            <a:r>
              <a:rPr lang="en-US" sz="1200" b="1" dirty="0">
                <a:solidFill>
                  <a:srgbClr val="000000"/>
                </a:solidFill>
                <a:cs typeface="Arial"/>
              </a:rPr>
              <a:t>Iridium trademarks </a:t>
            </a:r>
            <a:r>
              <a:rPr lang="en-US" sz="1200" b="1" i="1" dirty="0">
                <a:solidFill>
                  <a:srgbClr val="000000"/>
                </a:solidFill>
                <a:cs typeface="Arial"/>
              </a:rPr>
              <a:t>always</a:t>
            </a:r>
            <a:r>
              <a:rPr lang="en-US" sz="1200" b="1" dirty="0">
                <a:solidFill>
                  <a:srgbClr val="000000"/>
                </a:solidFill>
                <a:cs typeface="Arial"/>
              </a:rPr>
              <a:t> should be marked with the appropriate superscript designator: TM, SM, or ® (first time that they’re used):</a:t>
            </a:r>
          </a:p>
        </p:txBody>
      </p:sp>
      <p:sp>
        <p:nvSpPr>
          <p:cNvPr id="33" name="Rectangle 32">
            <a:extLst>
              <a:ext uri="{FF2B5EF4-FFF2-40B4-BE49-F238E27FC236}">
                <a16:creationId xmlns:a16="http://schemas.microsoft.com/office/drawing/2014/main" id="{C914E657-AD49-4208-BDF9-9D76713B2ABD}"/>
              </a:ext>
            </a:extLst>
          </p:cNvPr>
          <p:cNvSpPr/>
          <p:nvPr/>
        </p:nvSpPr>
        <p:spPr>
          <a:xfrm>
            <a:off x="508283" y="5735733"/>
            <a:ext cx="11175435" cy="461665"/>
          </a:xfrm>
          <a:prstGeom prst="rect">
            <a:avLst/>
          </a:prstGeom>
          <a:solidFill>
            <a:schemeClr val="tx1"/>
          </a:solidFill>
          <a:ln w="25400" cap="flat" cmpd="sng" algn="ctr">
            <a:noFill/>
            <a:prstDash val="solid"/>
          </a:ln>
          <a:effectLst/>
        </p:spPr>
        <p:txBody>
          <a:bodyPr rtlCol="0" anchor="ct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rial"/>
                <a:ea typeface="+mn-ea"/>
                <a:cs typeface="+mn-cs"/>
              </a:rPr>
              <a:t>For more information or questions, please contact </a:t>
            </a:r>
            <a:r>
              <a:rPr kumimoji="0" lang="en-US" sz="1400" b="1" i="0" u="none" strike="noStrike" kern="0" cap="none" spc="0" normalizeH="0" baseline="0" noProof="0" dirty="0">
                <a:ln>
                  <a:noFill/>
                </a:ln>
                <a:solidFill>
                  <a:schemeClr val="bg1"/>
                </a:solidFill>
                <a:effectLst/>
                <a:uLnTx/>
                <a:uFillTx/>
                <a:latin typeface="Arial"/>
                <a:ea typeface="+mn-ea"/>
                <a:cs typeface="+mn-cs"/>
                <a:hlinkClick r:id="rId4">
                  <a:extLst>
                    <a:ext uri="{A12FA001-AC4F-418D-AE19-62706E023703}">
                      <ahyp:hlinkClr xmlns:ahyp="http://schemas.microsoft.com/office/drawing/2018/hyperlinkcolor" val="tx"/>
                    </a:ext>
                  </a:extLst>
                </a:hlinkClick>
              </a:rPr>
              <a:t>brand.iridium@iridium.com</a:t>
            </a:r>
            <a:endParaRPr kumimoji="0" lang="en-US" sz="1400" b="1" i="0" u="none" strike="noStrike" kern="0" cap="none" spc="0" normalizeH="0" baseline="0" noProof="0" dirty="0">
              <a:ln>
                <a:noFill/>
              </a:ln>
              <a:solidFill>
                <a:schemeClr val="bg1"/>
              </a:solidFill>
              <a:effectLst/>
              <a:uLnTx/>
              <a:uFillTx/>
              <a:latin typeface="Arial"/>
              <a:ea typeface="+mn-ea"/>
              <a:cs typeface="+mn-cs"/>
            </a:endParaRPr>
          </a:p>
        </p:txBody>
      </p:sp>
      <p:sp>
        <p:nvSpPr>
          <p:cNvPr id="26" name="TextBox 25">
            <a:extLst>
              <a:ext uri="{FF2B5EF4-FFF2-40B4-BE49-F238E27FC236}">
                <a16:creationId xmlns:a16="http://schemas.microsoft.com/office/drawing/2014/main" id="{8F38D5F5-8394-4B4A-B773-5E56106C8996}"/>
              </a:ext>
            </a:extLst>
          </p:cNvPr>
          <p:cNvSpPr txBox="1"/>
          <p:nvPr/>
        </p:nvSpPr>
        <p:spPr>
          <a:xfrm>
            <a:off x="746594" y="5277489"/>
            <a:ext cx="5019414" cy="230832"/>
          </a:xfrm>
          <a:prstGeom prst="rect">
            <a:avLst/>
          </a:prstGeom>
          <a:noFill/>
        </p:spPr>
        <p:txBody>
          <a:bodyPr wrap="square">
            <a:spAutoFit/>
          </a:bodyPr>
          <a:lstStyle/>
          <a:p>
            <a:pPr marL="0" indent="0"/>
            <a:r>
              <a:rPr lang="en-US" sz="900" b="1" dirty="0">
                <a:solidFill>
                  <a:srgbClr val="000000"/>
                </a:solidFill>
                <a:cs typeface="Arial"/>
              </a:rPr>
              <a:t>Last Updated Feb. 28, 2020. For the latest, please view the </a:t>
            </a:r>
            <a:r>
              <a:rPr lang="en-US" sz="900" b="1" dirty="0">
                <a:solidFill>
                  <a:srgbClr val="000000"/>
                </a:solidFill>
                <a:cs typeface="Arial"/>
                <a:hlinkClick r:id="rId5"/>
              </a:rPr>
              <a:t>guidelines </a:t>
            </a:r>
            <a:r>
              <a:rPr lang="en-US" sz="900" b="1" dirty="0">
                <a:solidFill>
                  <a:srgbClr val="000000"/>
                </a:solidFill>
                <a:cs typeface="Arial"/>
              </a:rPr>
              <a:t>on IridiumConnect.</a:t>
            </a:r>
          </a:p>
        </p:txBody>
      </p:sp>
      <p:cxnSp>
        <p:nvCxnSpPr>
          <p:cNvPr id="27" name="Straight Connector 26">
            <a:extLst>
              <a:ext uri="{FF2B5EF4-FFF2-40B4-BE49-F238E27FC236}">
                <a16:creationId xmlns:a16="http://schemas.microsoft.com/office/drawing/2014/main" id="{8D428994-501E-47B2-970B-1E2C74C13E84}"/>
              </a:ext>
            </a:extLst>
          </p:cNvPr>
          <p:cNvCxnSpPr>
            <a:cxnSpLocks/>
          </p:cNvCxnSpPr>
          <p:nvPr/>
        </p:nvCxnSpPr>
        <p:spPr>
          <a:xfrm>
            <a:off x="5989637" y="1253771"/>
            <a:ext cx="0" cy="43524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Footer Placeholder 2">
            <a:extLst>
              <a:ext uri="{FF2B5EF4-FFF2-40B4-BE49-F238E27FC236}">
                <a16:creationId xmlns:a16="http://schemas.microsoft.com/office/drawing/2014/main" id="{4767216C-C325-4AB4-B037-D683D9B7C4A8}"/>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30" name="Slide Number Placeholder 3">
            <a:extLst>
              <a:ext uri="{FF2B5EF4-FFF2-40B4-BE49-F238E27FC236}">
                <a16:creationId xmlns:a16="http://schemas.microsoft.com/office/drawing/2014/main" id="{3DD7A49F-135E-4CBA-ABC5-13C47CB1EF16}"/>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1</a:t>
            </a:fld>
            <a:endParaRPr lang="en-US" dirty="0"/>
          </a:p>
        </p:txBody>
      </p:sp>
    </p:spTree>
    <p:extLst>
      <p:ext uri="{BB962C8B-B14F-4D97-AF65-F5344CB8AC3E}">
        <p14:creationId xmlns:p14="http://schemas.microsoft.com/office/powerpoint/2010/main" val="605248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02FED2-45FA-4AD2-9622-3D4F3E6EFCA7}"/>
              </a:ext>
            </a:extLst>
          </p:cNvPr>
          <p:cNvSpPr>
            <a:spLocks noGrp="1"/>
          </p:cNvSpPr>
          <p:nvPr>
            <p:ph sz="half" idx="2"/>
          </p:nvPr>
        </p:nvSpPr>
        <p:spPr>
          <a:xfrm>
            <a:off x="782846" y="1648026"/>
            <a:ext cx="5019414" cy="4565656"/>
          </a:xfrm>
        </p:spPr>
        <p:txBody>
          <a:bodyPr numCol="1">
            <a:noAutofit/>
          </a:bodyPr>
          <a:lstStyle/>
          <a:p>
            <a:pPr marL="0" indent="0">
              <a:buNone/>
            </a:pPr>
            <a:r>
              <a:rPr lang="en-US" sz="1500" dirty="0">
                <a:ea typeface="Calibri" panose="020F0502020204030204" pitchFamily="34" charset="0"/>
                <a:cs typeface="Times New Roman" panose="02020603050405020304" pitchFamily="18" charset="0"/>
              </a:rPr>
              <a:t>Iridium NEXT refers to the launch program to refresh the Iridium constellation. Since the Iridium NEXT launch program is now complete, references to Iridium NEXT and use of the Iridium NEXT identifier are being phased out and should only be used in reference to the historic campaign.</a:t>
            </a:r>
          </a:p>
          <a:p>
            <a:pPr marL="0" indent="0">
              <a:buNone/>
            </a:pPr>
            <a:r>
              <a:rPr lang="en-US" sz="1500" u="sng" dirty="0"/>
              <a:t>Notes:</a:t>
            </a:r>
          </a:p>
          <a:p>
            <a:pPr marL="171450" lvl="0" indent="-171450">
              <a:buFont typeface="Arial" panose="020B0604020202020204" pitchFamily="34" charset="0"/>
              <a:buChar char="•"/>
            </a:pPr>
            <a:r>
              <a:rPr lang="en-US" sz="1500" b="1" dirty="0">
                <a:solidFill>
                  <a:srgbClr val="FF0000"/>
                </a:solidFill>
              </a:rPr>
              <a:t>The Iridium constellation/network: Iridium NEXT should not be used to describe the upgraded constellation (this is now simply “the Iridium constellation” or “Iridium network”). </a:t>
            </a:r>
            <a:r>
              <a:rPr lang="en-US" sz="1500" dirty="0"/>
              <a:t>You can use “enhanced” or “upgraded” to differentiate between the original and upgraded constellations.</a:t>
            </a:r>
          </a:p>
          <a:p>
            <a:pPr marL="171450" lvl="0" indent="-171450">
              <a:buFont typeface="Arial" panose="020B0604020202020204" pitchFamily="34" charset="0"/>
              <a:buChar char="•"/>
            </a:pPr>
            <a:r>
              <a:rPr lang="en-US" sz="1500" b="1" dirty="0"/>
              <a:t>Iridium satellites</a:t>
            </a:r>
            <a:r>
              <a:rPr lang="en-US" sz="1500" dirty="0"/>
              <a:t>: Iridium NEXT should not be used to describe the new satellites. Since they have all been replaced, they are now just “Iridium satellites”. You can use “enhanced” or “upgraded” to differentiate between the original satellites. References to “Block 1” should be avoided in public communications.</a:t>
            </a:r>
            <a:endParaRPr lang="en-US" sz="1500" dirty="0">
              <a:ea typeface="Calibri" panose="020F0502020204030204" pitchFamily="34" charset="0"/>
              <a:cs typeface="Times New Roman" panose="02020603050405020304" pitchFamily="18" charset="0"/>
            </a:endParaRPr>
          </a:p>
        </p:txBody>
      </p:sp>
      <p:sp>
        <p:nvSpPr>
          <p:cNvPr id="17" name="Text Placeholder 16">
            <a:extLst>
              <a:ext uri="{FF2B5EF4-FFF2-40B4-BE49-F238E27FC236}">
                <a16:creationId xmlns:a16="http://schemas.microsoft.com/office/drawing/2014/main" id="{399E7D56-124D-4DF6-86FB-E36C70769448}"/>
              </a:ext>
            </a:extLst>
          </p:cNvPr>
          <p:cNvSpPr>
            <a:spLocks noGrp="1"/>
          </p:cNvSpPr>
          <p:nvPr>
            <p:ph type="body" sz="quarter" idx="3"/>
          </p:nvPr>
        </p:nvSpPr>
        <p:spPr>
          <a:xfrm>
            <a:off x="6279032" y="1131851"/>
            <a:ext cx="5019414" cy="417294"/>
          </a:xfrm>
        </p:spPr>
        <p:txBody>
          <a:bodyPr anchor="b">
            <a:normAutofit/>
          </a:bodyPr>
          <a:lstStyle/>
          <a:p>
            <a:r>
              <a:rPr lang="en-US" sz="1800" dirty="0"/>
              <a:t>Iridium Certus</a:t>
            </a:r>
            <a:r>
              <a:rPr lang="en-US" sz="1800" baseline="30000" dirty="0"/>
              <a:t>®</a:t>
            </a:r>
          </a:p>
        </p:txBody>
      </p:sp>
      <p:sp>
        <p:nvSpPr>
          <p:cNvPr id="3" name="Content Placeholder 2">
            <a:extLst>
              <a:ext uri="{FF2B5EF4-FFF2-40B4-BE49-F238E27FC236}">
                <a16:creationId xmlns:a16="http://schemas.microsoft.com/office/drawing/2014/main" id="{DA41B920-0B10-4B7C-B0DF-FE4ABB7F3FA2}"/>
              </a:ext>
            </a:extLst>
          </p:cNvPr>
          <p:cNvSpPr>
            <a:spLocks noGrp="1"/>
          </p:cNvSpPr>
          <p:nvPr>
            <p:ph sz="quarter" idx="4"/>
          </p:nvPr>
        </p:nvSpPr>
        <p:spPr>
          <a:xfrm>
            <a:off x="6279031" y="1648026"/>
            <a:ext cx="5130103" cy="4565656"/>
          </a:xfrm>
        </p:spPr>
        <p:txBody>
          <a:bodyPr>
            <a:noAutofit/>
          </a:bodyPr>
          <a:lstStyle/>
          <a:p>
            <a:pPr marL="285750" marR="0" lvl="0" indent="-285750" algn="l" defTabSz="342900" rtl="0" eaLnBrk="1" fontAlgn="auto" latinLnBrk="0" hangingPunct="1">
              <a:lnSpc>
                <a:spcPct val="100000"/>
              </a:lnSpc>
              <a:spcBef>
                <a:spcPts val="450"/>
              </a:spcBef>
              <a:spcAft>
                <a:spcPts val="0"/>
              </a:spcAft>
              <a:buClr>
                <a:srgbClr val="F9A225"/>
              </a:buClr>
              <a:buSzTx/>
              <a:buFont typeface="Arial" panose="020B0604020202020204" pitchFamily="34" charset="0"/>
              <a:buChar char="•"/>
              <a:tabLst/>
              <a:defRPr/>
            </a:pPr>
            <a:r>
              <a:rPr kumimoji="0" lang="en-US" sz="1500" b="1" i="0" u="none" strike="noStrike" kern="1200" cap="none" spc="0" normalizeH="0" baseline="0" noProof="0" dirty="0">
                <a:ln>
                  <a:noFill/>
                </a:ln>
                <a:solidFill>
                  <a:srgbClr val="FF0000"/>
                </a:solidFill>
                <a:effectLst/>
                <a:uLnTx/>
                <a:uFillTx/>
                <a:latin typeface="Arial"/>
                <a:ea typeface="+mn-ea"/>
                <a:cs typeface="Arial"/>
              </a:rPr>
              <a:t>Iridium Certus should never be written or referred to as just “Certus” in any situation.</a:t>
            </a:r>
          </a:p>
          <a:p>
            <a:pPr marL="285750" marR="0" lvl="0" indent="-285750" algn="l" defTabSz="342900" rtl="0" eaLnBrk="1" fontAlgn="auto" latinLnBrk="0" hangingPunct="1">
              <a:lnSpc>
                <a:spcPct val="100000"/>
              </a:lnSpc>
              <a:spcBef>
                <a:spcPts val="450"/>
              </a:spcBef>
              <a:spcAft>
                <a:spcPts val="0"/>
              </a:spcAft>
              <a:buClr>
                <a:srgbClr val="F9A225"/>
              </a:buClr>
              <a:buSzTx/>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mn-ea"/>
                <a:cs typeface="Arial"/>
              </a:rPr>
              <a:t>Iridium Certus is a service platform with offerings at midband and broadband speeds.</a:t>
            </a:r>
          </a:p>
          <a:p>
            <a:pPr marL="742950" marR="0" lvl="1" indent="-285750" algn="l" defTabSz="342900" rtl="0" eaLnBrk="1" fontAlgn="auto" latinLnBrk="0" hangingPunct="1">
              <a:lnSpc>
                <a:spcPct val="100000"/>
              </a:lnSpc>
              <a:spcBef>
                <a:spcPts val="300"/>
              </a:spcBef>
              <a:spcAft>
                <a:spcPts val="0"/>
              </a:spcAft>
              <a:buClr>
                <a:srgbClr val="F9A225"/>
              </a:buClr>
              <a:buSzTx/>
              <a:buFont typeface="Arial" panose="020B0604020202020204" pitchFamily="34" charset="0"/>
              <a:buChar char="•"/>
              <a:tabLst/>
              <a:defRPr/>
            </a:pPr>
            <a:r>
              <a:rPr kumimoji="0" lang="en-US" sz="1400" b="0" i="1" u="none" strike="noStrike" kern="1200" cap="none" spc="0" normalizeH="0" baseline="0" noProof="0" dirty="0">
                <a:ln>
                  <a:noFill/>
                </a:ln>
                <a:solidFill>
                  <a:srgbClr val="000000"/>
                </a:solidFill>
                <a:effectLst/>
                <a:uLnTx/>
                <a:uFillTx/>
                <a:latin typeface="Arial"/>
                <a:ea typeface="+mn-ea"/>
                <a:cs typeface="Arial"/>
              </a:rPr>
              <a:t>Midband services include</a:t>
            </a:r>
            <a:r>
              <a:rPr kumimoji="0" lang="en-US" sz="1400" b="0" i="0" u="none" strike="noStrike" kern="1200" cap="none" spc="0" normalizeH="0" baseline="0" noProof="0" dirty="0">
                <a:ln>
                  <a:noFill/>
                </a:ln>
                <a:solidFill>
                  <a:srgbClr val="000000"/>
                </a:solidFill>
                <a:effectLst/>
                <a:uLnTx/>
                <a:uFillTx/>
                <a:latin typeface="Arial"/>
                <a:ea typeface="+mn-ea"/>
                <a:cs typeface="Arial"/>
              </a:rPr>
              <a:t>: Iridium Certus 20 and Iridium Certus 100</a:t>
            </a:r>
          </a:p>
          <a:p>
            <a:pPr marL="742950" marR="0" lvl="1" indent="-285750" algn="l" defTabSz="342900" rtl="0" eaLnBrk="1" fontAlgn="auto" latinLnBrk="0" hangingPunct="1">
              <a:lnSpc>
                <a:spcPct val="100000"/>
              </a:lnSpc>
              <a:spcBef>
                <a:spcPts val="300"/>
              </a:spcBef>
              <a:spcAft>
                <a:spcPts val="0"/>
              </a:spcAft>
              <a:buClr>
                <a:srgbClr val="F9A225"/>
              </a:buClr>
              <a:buSzTx/>
              <a:buFont typeface="Arial" panose="020B0604020202020204" pitchFamily="34" charset="0"/>
              <a:buChar char="•"/>
              <a:tabLst/>
              <a:defRPr/>
            </a:pPr>
            <a:r>
              <a:rPr kumimoji="0" lang="en-US" sz="1400" b="0" i="1" u="none" strike="noStrike" kern="1200" cap="none" spc="0" normalizeH="0" baseline="0" noProof="0" dirty="0">
                <a:ln>
                  <a:noFill/>
                </a:ln>
                <a:solidFill>
                  <a:srgbClr val="000000"/>
                </a:solidFill>
                <a:effectLst/>
                <a:uLnTx/>
                <a:uFillTx/>
                <a:latin typeface="Arial"/>
                <a:ea typeface="+mn-ea"/>
                <a:cs typeface="Arial"/>
              </a:rPr>
              <a:t>Broadband services include</a:t>
            </a:r>
            <a:r>
              <a:rPr kumimoji="0" lang="en-US" sz="1400" b="0" i="0" u="none" strike="noStrike" kern="1200" cap="none" spc="0" normalizeH="0" baseline="0" noProof="0" dirty="0">
                <a:ln>
                  <a:noFill/>
                </a:ln>
                <a:solidFill>
                  <a:srgbClr val="000000"/>
                </a:solidFill>
                <a:effectLst/>
                <a:uLnTx/>
                <a:uFillTx/>
                <a:latin typeface="Arial"/>
                <a:ea typeface="+mn-ea"/>
                <a:cs typeface="Arial"/>
              </a:rPr>
              <a:t>: Iridium Certus 200, Iridium Certus 350, and Iridium Certus 700</a:t>
            </a:r>
          </a:p>
          <a:p>
            <a:pPr marL="285750" marR="0" lvl="0" indent="-285750" algn="l" defTabSz="342900" rtl="0" eaLnBrk="1" fontAlgn="auto" latinLnBrk="0" hangingPunct="1">
              <a:lnSpc>
                <a:spcPct val="100000"/>
              </a:lnSpc>
              <a:spcBef>
                <a:spcPts val="450"/>
              </a:spcBef>
              <a:spcAft>
                <a:spcPts val="0"/>
              </a:spcAft>
              <a:buClr>
                <a:srgbClr val="F9A225"/>
              </a:buClr>
              <a:buSzTx/>
              <a:buFont typeface="Arial" panose="020B0604020202020204" pitchFamily="34" charset="0"/>
              <a:buChar char="•"/>
              <a:tabLst/>
              <a:defRPr/>
            </a:pPr>
            <a:r>
              <a:rPr kumimoji="0" lang="en-US" sz="1500" b="1" i="0" u="none" strike="noStrike" kern="1200" cap="none" spc="0" normalizeH="0" baseline="0" noProof="0" dirty="0">
                <a:ln>
                  <a:noFill/>
                </a:ln>
                <a:solidFill>
                  <a:srgbClr val="000000"/>
                </a:solidFill>
                <a:effectLst/>
                <a:uLnTx/>
                <a:uFillTx/>
                <a:latin typeface="Arial"/>
                <a:ea typeface="+mn-ea"/>
                <a:cs typeface="Arial"/>
              </a:rPr>
              <a:t>Approved language regarding Iridium Certus 1400</a:t>
            </a:r>
            <a:r>
              <a:rPr kumimoji="0" lang="en-US" sz="1500" b="0" i="0" u="none" strike="noStrike" kern="1200" cap="none" spc="0" normalizeH="0" baseline="0" noProof="0" dirty="0">
                <a:ln>
                  <a:noFill/>
                </a:ln>
                <a:solidFill>
                  <a:srgbClr val="000000"/>
                </a:solidFill>
                <a:effectLst/>
                <a:uLnTx/>
                <a:uFillTx/>
                <a:latin typeface="Arial"/>
                <a:ea typeface="+mn-ea"/>
                <a:cs typeface="Arial"/>
              </a:rPr>
              <a:t>: </a:t>
            </a:r>
            <a:r>
              <a:rPr kumimoji="0" lang="en-US" sz="1500" b="0" i="1" u="none" strike="noStrike" kern="1200" cap="none" spc="0" normalizeH="0" baseline="0" noProof="0" dirty="0">
                <a:ln>
                  <a:noFill/>
                </a:ln>
                <a:solidFill>
                  <a:srgbClr val="000000"/>
                </a:solidFill>
                <a:effectLst/>
                <a:uLnTx/>
                <a:uFillTx/>
                <a:latin typeface="Arial"/>
                <a:ea typeface="+mn-ea"/>
                <a:cs typeface="Arial"/>
              </a:rPr>
              <a:t>The Iridium network is capable of supporting speeds up to 1408 Kbps. Future development of Iridium Certus 1400 service is dependent on market demand.</a:t>
            </a:r>
          </a:p>
          <a:p>
            <a:pPr marL="285750" marR="0" lvl="0" indent="-285750" algn="l" defTabSz="342900" rtl="0" eaLnBrk="1" fontAlgn="auto" latinLnBrk="0" hangingPunct="1">
              <a:lnSpc>
                <a:spcPct val="100000"/>
              </a:lnSpc>
              <a:spcBef>
                <a:spcPts val="450"/>
              </a:spcBef>
              <a:spcAft>
                <a:spcPts val="0"/>
              </a:spcAft>
              <a:buClr>
                <a:srgbClr val="F9A225"/>
              </a:buClr>
              <a:buSzTx/>
              <a:buFont typeface="Arial" panose="020B0604020202020204" pitchFamily="34" charset="0"/>
              <a:buChar char="•"/>
              <a:tabLst/>
              <a:defRPr/>
            </a:pPr>
            <a:r>
              <a:rPr kumimoji="0" lang="en-US" sz="1500" b="1" i="0" u="none" strike="noStrike" kern="1200" cap="none" spc="0" normalizeH="0" baseline="0" noProof="0" dirty="0">
                <a:ln>
                  <a:noFill/>
                </a:ln>
                <a:solidFill>
                  <a:srgbClr val="000000"/>
                </a:solidFill>
                <a:effectLst/>
                <a:uLnTx/>
                <a:uFillTx/>
                <a:latin typeface="Arial"/>
                <a:ea typeface="+mn-ea"/>
                <a:cs typeface="Arial"/>
              </a:rPr>
              <a:t>Iridium Certus BCX and Iridium Certus SFX are internal terms </a:t>
            </a:r>
            <a:r>
              <a:rPr kumimoji="0" lang="en-US" sz="1500" b="0" i="0" u="none" strike="noStrike" kern="1200" cap="none" spc="0" normalizeH="0" baseline="0" noProof="0" dirty="0">
                <a:ln>
                  <a:noFill/>
                </a:ln>
                <a:solidFill>
                  <a:srgbClr val="000000"/>
                </a:solidFill>
                <a:effectLst/>
                <a:uLnTx/>
                <a:uFillTx/>
                <a:latin typeface="Arial"/>
                <a:ea typeface="+mn-ea"/>
                <a:cs typeface="Arial"/>
              </a:rPr>
              <a:t>and should not be used in public/external communications going forward. Rather, they should be referred to by their product names.</a:t>
            </a:r>
          </a:p>
          <a:p>
            <a:pPr marL="742950" marR="0" lvl="1" indent="-285750" algn="l" defTabSz="342900" rtl="0" eaLnBrk="1" fontAlgn="auto" latinLnBrk="0" hangingPunct="1">
              <a:lnSpc>
                <a:spcPct val="100000"/>
              </a:lnSpc>
              <a:spcBef>
                <a:spcPts val="300"/>
              </a:spcBef>
              <a:spcAft>
                <a:spcPts val="0"/>
              </a:spcAft>
              <a:buClr>
                <a:srgbClr val="F9A225"/>
              </a:buClr>
              <a:buSzTx/>
              <a:buFont typeface="Arial" panose="020B0604020202020204" pitchFamily="34" charset="0"/>
              <a:buChar char="•"/>
              <a:tabLst/>
              <a:defRPr/>
            </a:pPr>
            <a:r>
              <a:rPr kumimoji="0" lang="pt-BR" sz="1400" b="0" i="0" u="none" strike="noStrike" kern="1200" cap="none" spc="0" normalizeH="0" baseline="0" noProof="0" dirty="0">
                <a:ln>
                  <a:noFill/>
                </a:ln>
                <a:solidFill>
                  <a:srgbClr val="000000"/>
                </a:solidFill>
                <a:effectLst/>
                <a:uLnTx/>
                <a:uFillTx/>
                <a:latin typeface="Arial"/>
                <a:ea typeface="+mn-ea"/>
                <a:cs typeface="Arial"/>
              </a:rPr>
              <a:t>BCX = Iridium Certus</a:t>
            </a:r>
            <a:r>
              <a:rPr kumimoji="0" lang="pt-BR" sz="1400" b="0" i="0" u="none" strike="noStrike" kern="1200" cap="none" spc="0" normalizeH="0" baseline="30000" noProof="0" dirty="0">
                <a:ln>
                  <a:noFill/>
                </a:ln>
                <a:solidFill>
                  <a:srgbClr val="000000"/>
                </a:solidFill>
                <a:effectLst/>
                <a:uLnTx/>
                <a:uFillTx/>
                <a:latin typeface="Arial"/>
                <a:ea typeface="+mn-ea"/>
                <a:cs typeface="Arial"/>
              </a:rPr>
              <a:t>TM</a:t>
            </a:r>
            <a:r>
              <a:rPr kumimoji="0" lang="pt-BR" sz="1400" b="0" i="0" u="none" strike="noStrike" kern="1200" cap="none" spc="0" normalizeH="0" baseline="0" noProof="0" dirty="0">
                <a:ln>
                  <a:noFill/>
                </a:ln>
                <a:solidFill>
                  <a:srgbClr val="000000"/>
                </a:solidFill>
                <a:effectLst/>
                <a:uLnTx/>
                <a:uFillTx/>
                <a:latin typeface="Arial"/>
                <a:ea typeface="+mn-ea"/>
                <a:cs typeface="Arial"/>
              </a:rPr>
              <a:t> 9810</a:t>
            </a:r>
          </a:p>
          <a:p>
            <a:pPr marL="742950" marR="0" lvl="1" indent="-285750" algn="l" defTabSz="342900" rtl="0" eaLnBrk="1" fontAlgn="auto" latinLnBrk="0" hangingPunct="1">
              <a:lnSpc>
                <a:spcPct val="100000"/>
              </a:lnSpc>
              <a:spcBef>
                <a:spcPts val="300"/>
              </a:spcBef>
              <a:spcAft>
                <a:spcPts val="0"/>
              </a:spcAft>
              <a:buClr>
                <a:srgbClr val="F9A225"/>
              </a:buClr>
              <a:buSzTx/>
              <a:buFont typeface="Arial" panose="020B0604020202020204" pitchFamily="34" charset="0"/>
              <a:buChar char="•"/>
              <a:tabLst/>
              <a:defRPr/>
            </a:pPr>
            <a:r>
              <a:rPr kumimoji="0" lang="pt-BR" sz="1400" b="0" i="0" u="none" strike="noStrike" kern="1200" cap="none" spc="0" normalizeH="0" baseline="0" noProof="0" dirty="0">
                <a:ln>
                  <a:noFill/>
                </a:ln>
                <a:solidFill>
                  <a:srgbClr val="000000"/>
                </a:solidFill>
                <a:effectLst/>
                <a:uLnTx/>
                <a:uFillTx/>
                <a:latin typeface="Arial"/>
                <a:ea typeface="+mn-ea"/>
                <a:cs typeface="Arial"/>
              </a:rPr>
              <a:t>SFX = Iridium Certus</a:t>
            </a:r>
            <a:r>
              <a:rPr kumimoji="0" lang="pt-BR" sz="1400" b="0" i="0" u="none" strike="noStrike" kern="1200" cap="none" spc="0" normalizeH="0" baseline="30000" noProof="0" dirty="0">
                <a:ln>
                  <a:noFill/>
                </a:ln>
                <a:solidFill>
                  <a:srgbClr val="000000"/>
                </a:solidFill>
                <a:effectLst/>
                <a:uLnTx/>
                <a:uFillTx/>
                <a:latin typeface="Arial"/>
                <a:ea typeface="+mn-ea"/>
                <a:cs typeface="Arial"/>
              </a:rPr>
              <a:t>TM</a:t>
            </a:r>
            <a:r>
              <a:rPr kumimoji="0" lang="pt-BR" sz="1400" b="0" i="0" u="none" strike="noStrike" kern="1200" cap="none" spc="0" normalizeH="0" baseline="0" noProof="0" dirty="0">
                <a:ln>
                  <a:noFill/>
                </a:ln>
                <a:solidFill>
                  <a:srgbClr val="000000"/>
                </a:solidFill>
                <a:effectLst/>
                <a:uLnTx/>
                <a:uFillTx/>
                <a:latin typeface="Arial"/>
                <a:ea typeface="+mn-ea"/>
                <a:cs typeface="Arial"/>
              </a:rPr>
              <a:t> 9770</a:t>
            </a:r>
          </a:p>
        </p:txBody>
      </p:sp>
      <p:sp>
        <p:nvSpPr>
          <p:cNvPr id="2" name="Title 1">
            <a:extLst>
              <a:ext uri="{FF2B5EF4-FFF2-40B4-BE49-F238E27FC236}">
                <a16:creationId xmlns:a16="http://schemas.microsoft.com/office/drawing/2014/main" id="{59AAEB9E-E34F-401C-9CC8-985E658848CF}"/>
              </a:ext>
            </a:extLst>
          </p:cNvPr>
          <p:cNvSpPr>
            <a:spLocks noGrp="1"/>
          </p:cNvSpPr>
          <p:nvPr>
            <p:ph type="title"/>
          </p:nvPr>
        </p:nvSpPr>
        <p:spPr/>
        <p:txBody>
          <a:bodyPr/>
          <a:lstStyle/>
          <a:p>
            <a:r>
              <a:rPr lang="en-US" dirty="0"/>
              <a:t>Iridium® Brand Guidelines</a:t>
            </a:r>
          </a:p>
        </p:txBody>
      </p:sp>
      <p:sp>
        <p:nvSpPr>
          <p:cNvPr id="13" name="Text Placeholder 12">
            <a:extLst>
              <a:ext uri="{FF2B5EF4-FFF2-40B4-BE49-F238E27FC236}">
                <a16:creationId xmlns:a16="http://schemas.microsoft.com/office/drawing/2014/main" id="{A3F09391-23D7-43B4-8E3B-10EC83014C51}"/>
              </a:ext>
            </a:extLst>
          </p:cNvPr>
          <p:cNvSpPr>
            <a:spLocks noGrp="1"/>
          </p:cNvSpPr>
          <p:nvPr>
            <p:ph type="body" sz="quarter" idx="13"/>
          </p:nvPr>
        </p:nvSpPr>
        <p:spPr>
          <a:xfrm>
            <a:off x="782846" y="1131851"/>
            <a:ext cx="5019414" cy="417294"/>
          </a:xfrm>
        </p:spPr>
        <p:txBody>
          <a:bodyPr anchor="b">
            <a:normAutofit/>
          </a:bodyPr>
          <a:lstStyle/>
          <a:p>
            <a:r>
              <a:rPr lang="en-US" sz="1800" dirty="0"/>
              <a:t>Iridium NEXT</a:t>
            </a:r>
          </a:p>
        </p:txBody>
      </p:sp>
      <p:cxnSp>
        <p:nvCxnSpPr>
          <p:cNvPr id="35" name="Straight Connector 34">
            <a:extLst>
              <a:ext uri="{FF2B5EF4-FFF2-40B4-BE49-F238E27FC236}">
                <a16:creationId xmlns:a16="http://schemas.microsoft.com/office/drawing/2014/main" id="{82BF2F64-A0E7-45BD-A48E-15109EB40061}"/>
              </a:ext>
            </a:extLst>
          </p:cNvPr>
          <p:cNvCxnSpPr>
            <a:cxnSpLocks/>
          </p:cNvCxnSpPr>
          <p:nvPr/>
        </p:nvCxnSpPr>
        <p:spPr>
          <a:xfrm>
            <a:off x="5989637" y="1253771"/>
            <a:ext cx="0" cy="45149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69997869-3D4C-430B-BBB9-DD0CA1D5CACC}"/>
              </a:ext>
            </a:extLst>
          </p:cNvPr>
          <p:cNvSpPr txBox="1">
            <a:spLocks/>
          </p:cNvSpPr>
          <p:nvPr/>
        </p:nvSpPr>
        <p:spPr>
          <a:xfrm>
            <a:off x="8663553" y="1266"/>
            <a:ext cx="3528447" cy="644525"/>
          </a:xfrm>
          <a:prstGeom prst="rect">
            <a:avLst/>
          </a:prstGeom>
          <a:solidFill>
            <a:srgbClr val="FF0000"/>
          </a:solidFill>
        </p:spPr>
        <p:txBody>
          <a:bodyPr vert="horz" lIns="68580" tIns="34290" rIns="68580" bIns="34290" rtlCol="0" anchor="ctr">
            <a:normAutofit/>
          </a:bodyPr>
          <a:lstStyle>
            <a:lvl1pPr algn="l" defTabSz="457200" rtl="0" eaLnBrk="1" latinLnBrk="0" hangingPunct="1">
              <a:spcBef>
                <a:spcPct val="0"/>
              </a:spcBef>
              <a:buNone/>
              <a:defRPr sz="2000" kern="1200" cap="all" spc="20">
                <a:solidFill>
                  <a:schemeClr val="tx1">
                    <a:lumMod val="75000"/>
                    <a:lumOff val="25000"/>
                  </a:schemeClr>
                </a:solidFill>
                <a:latin typeface="Arial" panose="020B0604020202020204" pitchFamily="34" charset="0"/>
                <a:ea typeface="+mj-ea"/>
                <a:cs typeface="Arial" panose="020B0604020202020204" pitchFamily="34" charset="0"/>
              </a:defRPr>
            </a:lvl1pPr>
          </a:lstStyle>
          <a:p>
            <a:pPr algn="ctr"/>
            <a:r>
              <a:rPr lang="en-US" b="1" i="1" dirty="0">
                <a:solidFill>
                  <a:schemeClr val="bg1"/>
                </a:solidFill>
              </a:rPr>
              <a:t>REMOVE THIS SLIDE!</a:t>
            </a:r>
          </a:p>
        </p:txBody>
      </p:sp>
      <p:sp>
        <p:nvSpPr>
          <p:cNvPr id="18" name="Footer Placeholder 2">
            <a:extLst>
              <a:ext uri="{FF2B5EF4-FFF2-40B4-BE49-F238E27FC236}">
                <a16:creationId xmlns:a16="http://schemas.microsoft.com/office/drawing/2014/main" id="{92A97DFE-2E33-4C41-B13A-CD42542EEAA6}"/>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19" name="Slide Number Placeholder 3">
            <a:extLst>
              <a:ext uri="{FF2B5EF4-FFF2-40B4-BE49-F238E27FC236}">
                <a16:creationId xmlns:a16="http://schemas.microsoft.com/office/drawing/2014/main" id="{02BD4B95-A39A-4267-AAB5-2D4657580CD1}"/>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2</a:t>
            </a:fld>
            <a:endParaRPr lang="en-US" dirty="0"/>
          </a:p>
        </p:txBody>
      </p:sp>
    </p:spTree>
    <p:extLst>
      <p:ext uri="{BB962C8B-B14F-4D97-AF65-F5344CB8AC3E}">
        <p14:creationId xmlns:p14="http://schemas.microsoft.com/office/powerpoint/2010/main" val="4186997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10655F1-B3B6-4443-AAF4-BC211D014086}"/>
              </a:ext>
            </a:extLst>
          </p:cNvPr>
          <p:cNvSpPr/>
          <p:nvPr/>
        </p:nvSpPr>
        <p:spPr>
          <a:xfrm>
            <a:off x="543361" y="2129532"/>
            <a:ext cx="2970474" cy="7837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77E26966-BA36-477E-9A86-5EADA3F4E64B}"/>
              </a:ext>
            </a:extLst>
          </p:cNvPr>
          <p:cNvSpPr>
            <a:spLocks noGrp="1"/>
          </p:cNvSpPr>
          <p:nvPr>
            <p:ph type="title"/>
          </p:nvPr>
        </p:nvSpPr>
        <p:spPr>
          <a:xfrm>
            <a:off x="782846" y="116118"/>
            <a:ext cx="6784903" cy="936851"/>
          </a:xfrm>
        </p:spPr>
        <p:txBody>
          <a:bodyPr/>
          <a:lstStyle/>
          <a:p>
            <a:r>
              <a:rPr lang="en-US" dirty="0"/>
              <a:t>Iridium® Brand Assets</a:t>
            </a:r>
            <a:br>
              <a:rPr lang="en-US" dirty="0"/>
            </a:br>
            <a:r>
              <a:rPr lang="en-US" sz="1600" dirty="0"/>
              <a:t>The below high-resolution assets can be pasted into your presentation as supporting graphics.</a:t>
            </a:r>
            <a:endParaRPr lang="en-US" dirty="0"/>
          </a:p>
        </p:txBody>
      </p:sp>
      <p:sp>
        <p:nvSpPr>
          <p:cNvPr id="3" name="Footer Placeholder 2">
            <a:extLst>
              <a:ext uri="{FF2B5EF4-FFF2-40B4-BE49-F238E27FC236}">
                <a16:creationId xmlns:a16="http://schemas.microsoft.com/office/drawing/2014/main" id="{3872156E-4D8E-1643-908F-A8264F7F10F5}"/>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4" name="Slide Number Placeholder 3">
            <a:extLst>
              <a:ext uri="{FF2B5EF4-FFF2-40B4-BE49-F238E27FC236}">
                <a16:creationId xmlns:a16="http://schemas.microsoft.com/office/drawing/2014/main" id="{D54A0514-239E-DF48-A7EF-7EDEF04FA7FC}"/>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3</a:t>
            </a:fld>
            <a:endParaRPr lang="en-US" dirty="0"/>
          </a:p>
        </p:txBody>
      </p:sp>
      <p:pic>
        <p:nvPicPr>
          <p:cNvPr id="6" name="Picture 5" descr="A picture containing blue, drum, outdoor, chain&#10;&#10;Description automatically generated">
            <a:extLst>
              <a:ext uri="{FF2B5EF4-FFF2-40B4-BE49-F238E27FC236}">
                <a16:creationId xmlns:a16="http://schemas.microsoft.com/office/drawing/2014/main" id="{33D08C0D-C2D3-4FB3-98C6-2B307A7C81BC}"/>
              </a:ext>
            </a:extLst>
          </p:cNvPr>
          <p:cNvPicPr>
            <a:picLocks noChangeAspect="1"/>
          </p:cNvPicPr>
          <p:nvPr/>
        </p:nvPicPr>
        <p:blipFill rotWithShape="1">
          <a:blip r:embed="rId2"/>
          <a:srcRect b="3470"/>
          <a:stretch/>
        </p:blipFill>
        <p:spPr>
          <a:xfrm>
            <a:off x="142689" y="2971055"/>
            <a:ext cx="2828552" cy="2885123"/>
          </a:xfrm>
          <a:prstGeom prst="rect">
            <a:avLst/>
          </a:prstGeom>
        </p:spPr>
      </p:pic>
      <p:pic>
        <p:nvPicPr>
          <p:cNvPr id="8" name="Picture 7" descr="A picture containing blue, drum, outdoor, chain&#10;&#10;Description automatically generated">
            <a:extLst>
              <a:ext uri="{FF2B5EF4-FFF2-40B4-BE49-F238E27FC236}">
                <a16:creationId xmlns:a16="http://schemas.microsoft.com/office/drawing/2014/main" id="{6D517F4F-9679-4E85-BC8B-9B57CF491565}"/>
              </a:ext>
            </a:extLst>
          </p:cNvPr>
          <p:cNvPicPr>
            <a:picLocks noChangeAspect="1"/>
          </p:cNvPicPr>
          <p:nvPr/>
        </p:nvPicPr>
        <p:blipFill>
          <a:blip r:embed="rId3"/>
          <a:stretch>
            <a:fillRect/>
          </a:stretch>
        </p:blipFill>
        <p:spPr>
          <a:xfrm>
            <a:off x="6030927" y="2971055"/>
            <a:ext cx="2828552" cy="2885123"/>
          </a:xfrm>
          <a:prstGeom prst="rect">
            <a:avLst/>
          </a:prstGeom>
        </p:spPr>
      </p:pic>
      <p:pic>
        <p:nvPicPr>
          <p:cNvPr id="12" name="Picture 11" descr="A picture containing blue, chain, drum&#10;&#10;Description automatically generated">
            <a:extLst>
              <a:ext uri="{FF2B5EF4-FFF2-40B4-BE49-F238E27FC236}">
                <a16:creationId xmlns:a16="http://schemas.microsoft.com/office/drawing/2014/main" id="{4B1DD8D2-CC3B-409C-955D-6602B21DBCC9}"/>
              </a:ext>
            </a:extLst>
          </p:cNvPr>
          <p:cNvPicPr>
            <a:picLocks noChangeAspect="1"/>
          </p:cNvPicPr>
          <p:nvPr/>
        </p:nvPicPr>
        <p:blipFill rotWithShape="1">
          <a:blip r:embed="rId4"/>
          <a:srcRect b="2392"/>
          <a:stretch/>
        </p:blipFill>
        <p:spPr>
          <a:xfrm>
            <a:off x="3086808" y="2971055"/>
            <a:ext cx="2828552" cy="2885123"/>
          </a:xfrm>
          <a:prstGeom prst="rect">
            <a:avLst/>
          </a:prstGeom>
        </p:spPr>
      </p:pic>
      <p:pic>
        <p:nvPicPr>
          <p:cNvPr id="15" name="Picture 14" descr="A picture containing text, businesscard&#10;&#10;Description automatically generated">
            <a:extLst>
              <a:ext uri="{FF2B5EF4-FFF2-40B4-BE49-F238E27FC236}">
                <a16:creationId xmlns:a16="http://schemas.microsoft.com/office/drawing/2014/main" id="{E5340CC5-EE42-47BD-B2D4-E3EDD37C42AF}"/>
              </a:ext>
            </a:extLst>
          </p:cNvPr>
          <p:cNvPicPr>
            <a:picLocks noChangeAspect="1"/>
          </p:cNvPicPr>
          <p:nvPr/>
        </p:nvPicPr>
        <p:blipFill>
          <a:blip r:embed="rId5"/>
          <a:stretch>
            <a:fillRect/>
          </a:stretch>
        </p:blipFill>
        <p:spPr>
          <a:xfrm>
            <a:off x="9532112" y="1135147"/>
            <a:ext cx="2408237" cy="1861830"/>
          </a:xfrm>
          <a:prstGeom prst="rect">
            <a:avLst/>
          </a:prstGeom>
        </p:spPr>
      </p:pic>
      <p:pic>
        <p:nvPicPr>
          <p:cNvPr id="17" name="Picture 16" descr="A satellite in space&#10;&#10;Description automatically generated with low confidence">
            <a:extLst>
              <a:ext uri="{FF2B5EF4-FFF2-40B4-BE49-F238E27FC236}">
                <a16:creationId xmlns:a16="http://schemas.microsoft.com/office/drawing/2014/main" id="{0D474B2E-2C63-45EB-A41A-85F78BD6395D}"/>
              </a:ext>
            </a:extLst>
          </p:cNvPr>
          <p:cNvPicPr>
            <a:picLocks noChangeAspect="1"/>
          </p:cNvPicPr>
          <p:nvPr/>
        </p:nvPicPr>
        <p:blipFill>
          <a:blip r:embed="rId6"/>
          <a:stretch>
            <a:fillRect/>
          </a:stretch>
        </p:blipFill>
        <p:spPr>
          <a:xfrm>
            <a:off x="6965021" y="858709"/>
            <a:ext cx="2828551" cy="2306295"/>
          </a:xfrm>
          <a:prstGeom prst="rect">
            <a:avLst/>
          </a:prstGeom>
        </p:spPr>
      </p:pic>
      <p:pic>
        <p:nvPicPr>
          <p:cNvPr id="19" name="Picture 18">
            <a:extLst>
              <a:ext uri="{FF2B5EF4-FFF2-40B4-BE49-F238E27FC236}">
                <a16:creationId xmlns:a16="http://schemas.microsoft.com/office/drawing/2014/main" id="{C12006C3-8510-45B4-9976-E4912CC63FE7}"/>
              </a:ext>
            </a:extLst>
          </p:cNvPr>
          <p:cNvPicPr>
            <a:picLocks noChangeAspect="1"/>
          </p:cNvPicPr>
          <p:nvPr/>
        </p:nvPicPr>
        <p:blipFill>
          <a:blip r:embed="rId7"/>
          <a:stretch>
            <a:fillRect/>
          </a:stretch>
        </p:blipFill>
        <p:spPr>
          <a:xfrm>
            <a:off x="9006447" y="3197621"/>
            <a:ext cx="2933902" cy="2960918"/>
          </a:xfrm>
          <a:prstGeom prst="rect">
            <a:avLst/>
          </a:prstGeom>
        </p:spPr>
      </p:pic>
      <p:pic>
        <p:nvPicPr>
          <p:cNvPr id="21" name="Picture 20" descr="A picture containing text, clipart&#10;&#10;Description automatically generated">
            <a:extLst>
              <a:ext uri="{FF2B5EF4-FFF2-40B4-BE49-F238E27FC236}">
                <a16:creationId xmlns:a16="http://schemas.microsoft.com/office/drawing/2014/main" id="{51BD8FCC-A592-4103-B179-BC32971CEDC1}"/>
              </a:ext>
            </a:extLst>
          </p:cNvPr>
          <p:cNvPicPr>
            <a:picLocks noChangeAspect="1"/>
          </p:cNvPicPr>
          <p:nvPr/>
        </p:nvPicPr>
        <p:blipFill>
          <a:blip r:embed="rId8"/>
          <a:stretch>
            <a:fillRect/>
          </a:stretch>
        </p:blipFill>
        <p:spPr>
          <a:xfrm>
            <a:off x="672423" y="2218238"/>
            <a:ext cx="2694932" cy="606360"/>
          </a:xfrm>
          <a:prstGeom prst="rect">
            <a:avLst/>
          </a:prstGeom>
        </p:spPr>
      </p:pic>
      <p:pic>
        <p:nvPicPr>
          <p:cNvPr id="24" name="Picture 23" descr="A picture containing text, clipart&#10;&#10;Description automatically generated">
            <a:extLst>
              <a:ext uri="{FF2B5EF4-FFF2-40B4-BE49-F238E27FC236}">
                <a16:creationId xmlns:a16="http://schemas.microsoft.com/office/drawing/2014/main" id="{FD397D5B-A46A-42A3-8B09-0983D4379CA7}"/>
              </a:ext>
            </a:extLst>
          </p:cNvPr>
          <p:cNvPicPr>
            <a:picLocks noChangeAspect="1"/>
          </p:cNvPicPr>
          <p:nvPr/>
        </p:nvPicPr>
        <p:blipFill>
          <a:blip r:embed="rId9"/>
          <a:stretch>
            <a:fillRect/>
          </a:stretch>
        </p:blipFill>
        <p:spPr>
          <a:xfrm>
            <a:off x="593470" y="1317474"/>
            <a:ext cx="2920365" cy="527846"/>
          </a:xfrm>
          <a:prstGeom prst="rect">
            <a:avLst/>
          </a:prstGeom>
        </p:spPr>
      </p:pic>
      <p:sp>
        <p:nvSpPr>
          <p:cNvPr id="26" name="Rectangle 25">
            <a:extLst>
              <a:ext uri="{FF2B5EF4-FFF2-40B4-BE49-F238E27FC236}">
                <a16:creationId xmlns:a16="http://schemas.microsoft.com/office/drawing/2014/main" id="{3F06B4B3-B267-4BB0-986C-86FAFA9060FD}"/>
              </a:ext>
            </a:extLst>
          </p:cNvPr>
          <p:cNvSpPr/>
          <p:nvPr/>
        </p:nvSpPr>
        <p:spPr>
          <a:xfrm>
            <a:off x="3672325" y="2129532"/>
            <a:ext cx="2970474" cy="7837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Logo&#10;&#10;Description automatically generated">
            <a:extLst>
              <a:ext uri="{FF2B5EF4-FFF2-40B4-BE49-F238E27FC236}">
                <a16:creationId xmlns:a16="http://schemas.microsoft.com/office/drawing/2014/main" id="{13237144-9CB9-4CD2-8E17-7CB399388723}"/>
              </a:ext>
            </a:extLst>
          </p:cNvPr>
          <p:cNvPicPr>
            <a:picLocks noChangeAspect="1"/>
          </p:cNvPicPr>
          <p:nvPr/>
        </p:nvPicPr>
        <p:blipFill rotWithShape="1">
          <a:blip r:embed="rId10"/>
          <a:srcRect l="1875" t="11737" r="3616" b="10973"/>
          <a:stretch/>
        </p:blipFill>
        <p:spPr>
          <a:xfrm>
            <a:off x="3767955" y="2218238"/>
            <a:ext cx="2746058" cy="606360"/>
          </a:xfrm>
          <a:prstGeom prst="rect">
            <a:avLst/>
          </a:prstGeom>
        </p:spPr>
      </p:pic>
      <p:pic>
        <p:nvPicPr>
          <p:cNvPr id="30" name="Picture 29" descr="Shape&#10;&#10;Description automatically generated with medium confidence">
            <a:extLst>
              <a:ext uri="{FF2B5EF4-FFF2-40B4-BE49-F238E27FC236}">
                <a16:creationId xmlns:a16="http://schemas.microsoft.com/office/drawing/2014/main" id="{819C65FA-7076-4C0D-AE48-FE6EDD38F765}"/>
              </a:ext>
            </a:extLst>
          </p:cNvPr>
          <p:cNvPicPr>
            <a:picLocks noChangeAspect="1"/>
          </p:cNvPicPr>
          <p:nvPr/>
        </p:nvPicPr>
        <p:blipFill>
          <a:blip r:embed="rId11"/>
          <a:stretch>
            <a:fillRect/>
          </a:stretch>
        </p:blipFill>
        <p:spPr>
          <a:xfrm>
            <a:off x="3749372" y="1342107"/>
            <a:ext cx="2755932" cy="498125"/>
          </a:xfrm>
          <a:prstGeom prst="rect">
            <a:avLst/>
          </a:prstGeom>
        </p:spPr>
      </p:pic>
      <p:sp>
        <p:nvSpPr>
          <p:cNvPr id="20" name="Title 1">
            <a:extLst>
              <a:ext uri="{FF2B5EF4-FFF2-40B4-BE49-F238E27FC236}">
                <a16:creationId xmlns:a16="http://schemas.microsoft.com/office/drawing/2014/main" id="{70D02AC8-51D3-448A-A1DC-343799CDED7D}"/>
              </a:ext>
            </a:extLst>
          </p:cNvPr>
          <p:cNvSpPr txBox="1">
            <a:spLocks/>
          </p:cNvSpPr>
          <p:nvPr/>
        </p:nvSpPr>
        <p:spPr>
          <a:xfrm>
            <a:off x="8663553" y="1266"/>
            <a:ext cx="3528447" cy="644525"/>
          </a:xfrm>
          <a:prstGeom prst="rect">
            <a:avLst/>
          </a:prstGeom>
          <a:solidFill>
            <a:srgbClr val="FF0000"/>
          </a:solidFill>
        </p:spPr>
        <p:txBody>
          <a:bodyPr vert="horz" lIns="68580" tIns="34290" rIns="68580" bIns="34290" rtlCol="0" anchor="ctr">
            <a:normAutofit/>
          </a:bodyPr>
          <a:lstStyle>
            <a:lvl1pPr algn="l" defTabSz="457200" rtl="0" eaLnBrk="1" latinLnBrk="0" hangingPunct="1">
              <a:spcBef>
                <a:spcPct val="0"/>
              </a:spcBef>
              <a:buNone/>
              <a:defRPr sz="2000" kern="1200" cap="all" spc="20">
                <a:solidFill>
                  <a:schemeClr val="tx1">
                    <a:lumMod val="75000"/>
                    <a:lumOff val="25000"/>
                  </a:schemeClr>
                </a:solidFill>
                <a:latin typeface="Arial" panose="020B0604020202020204" pitchFamily="34" charset="0"/>
                <a:ea typeface="+mj-ea"/>
                <a:cs typeface="Arial" panose="020B0604020202020204" pitchFamily="34" charset="0"/>
              </a:defRPr>
            </a:lvl1pPr>
          </a:lstStyle>
          <a:p>
            <a:pPr algn="ctr"/>
            <a:r>
              <a:rPr lang="en-US" b="1" i="1" dirty="0">
                <a:solidFill>
                  <a:schemeClr val="bg1"/>
                </a:solidFill>
              </a:rPr>
              <a:t>REMOVE THIS SLIDE!</a:t>
            </a:r>
          </a:p>
        </p:txBody>
      </p:sp>
      <p:sp>
        <p:nvSpPr>
          <p:cNvPr id="18" name="Rectangle 17">
            <a:extLst>
              <a:ext uri="{FF2B5EF4-FFF2-40B4-BE49-F238E27FC236}">
                <a16:creationId xmlns:a16="http://schemas.microsoft.com/office/drawing/2014/main" id="{F0ED187D-E181-44A8-866A-4203BA926127}"/>
              </a:ext>
            </a:extLst>
          </p:cNvPr>
          <p:cNvSpPr/>
          <p:nvPr/>
        </p:nvSpPr>
        <p:spPr>
          <a:xfrm>
            <a:off x="543361" y="5939850"/>
            <a:ext cx="8302780" cy="365125"/>
          </a:xfrm>
          <a:prstGeom prst="rect">
            <a:avLst/>
          </a:prstGeom>
          <a:solidFill>
            <a:schemeClr val="tx1"/>
          </a:solidFill>
          <a:ln w="25400" cap="flat" cmpd="sng" algn="ctr">
            <a:noFill/>
            <a:prstDash val="solid"/>
          </a:ln>
          <a:effectLst/>
        </p:spPr>
        <p:txBody>
          <a:bodyPr rtlCol="0" anchor="ct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rial"/>
                <a:ea typeface="+mn-ea"/>
                <a:cs typeface="+mn-cs"/>
                <a:hlinkClick r:id="rId12"/>
              </a:rPr>
              <a:t>Click here</a:t>
            </a:r>
            <a:r>
              <a:rPr kumimoji="0" lang="en-US" sz="1400" b="1" i="0" u="none" strike="noStrike" kern="0" cap="none" spc="0" normalizeH="0" baseline="0" noProof="0" dirty="0">
                <a:ln>
                  <a:noFill/>
                </a:ln>
                <a:solidFill>
                  <a:prstClr val="white"/>
                </a:solidFill>
                <a:effectLst/>
                <a:uLnTx/>
                <a:uFillTx/>
                <a:latin typeface="Arial"/>
                <a:ea typeface="+mn-ea"/>
                <a:cs typeface="+mn-cs"/>
              </a:rPr>
              <a:t> to access additional assets and product photography from IFP.</a:t>
            </a:r>
            <a:endParaRPr kumimoji="0" lang="en-US" sz="1400" b="1" i="0" u="none" strike="noStrike" kern="0" cap="none" spc="0" normalizeH="0" baseline="0" noProof="0" dirty="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3078794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1BD1-E6B7-4C40-83DD-E563F52112D7}"/>
              </a:ext>
            </a:extLst>
          </p:cNvPr>
          <p:cNvSpPr>
            <a:spLocks noGrp="1"/>
          </p:cNvSpPr>
          <p:nvPr>
            <p:ph type="ctrTitle"/>
          </p:nvPr>
        </p:nvSpPr>
        <p:spPr>
          <a:xfrm>
            <a:off x="397145" y="1807716"/>
            <a:ext cx="5038455" cy="2001013"/>
          </a:xfrm>
        </p:spPr>
        <p:txBody>
          <a:bodyPr/>
          <a:lstStyle/>
          <a:p>
            <a:endParaRPr lang="en-US" dirty="0"/>
          </a:p>
        </p:txBody>
      </p:sp>
      <p:sp>
        <p:nvSpPr>
          <p:cNvPr id="3" name="Subtitle 2">
            <a:extLst>
              <a:ext uri="{FF2B5EF4-FFF2-40B4-BE49-F238E27FC236}">
                <a16:creationId xmlns:a16="http://schemas.microsoft.com/office/drawing/2014/main" id="{377370A6-53C9-D04D-8F82-60251AA5DC53}"/>
              </a:ext>
            </a:extLst>
          </p:cNvPr>
          <p:cNvSpPr>
            <a:spLocks noGrp="1"/>
          </p:cNvSpPr>
          <p:nvPr>
            <p:ph type="subTitle" idx="1"/>
          </p:nvPr>
        </p:nvSpPr>
        <p:spPr>
          <a:xfrm>
            <a:off x="397145" y="4244244"/>
            <a:ext cx="4898755" cy="1655762"/>
          </a:xfrm>
        </p:spPr>
        <p:txBody>
          <a:bodyPr/>
          <a:lstStyle/>
          <a:p>
            <a:endParaRPr lang="en-US" dirty="0"/>
          </a:p>
        </p:txBody>
      </p:sp>
    </p:spTree>
    <p:extLst>
      <p:ext uri="{BB962C8B-B14F-4D97-AF65-F5344CB8AC3E}">
        <p14:creationId xmlns:p14="http://schemas.microsoft.com/office/powerpoint/2010/main" val="2244189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C7B27-634D-3A4E-A523-90AA59EFE49B}"/>
              </a:ext>
            </a:extLst>
          </p:cNvPr>
          <p:cNvSpPr>
            <a:spLocks noGrp="1"/>
          </p:cNvSpPr>
          <p:nvPr>
            <p:ph type="title"/>
          </p:nvPr>
        </p:nvSpPr>
        <p:spPr/>
        <p:txBody>
          <a:bodyPr/>
          <a:lstStyle/>
          <a:p>
            <a:r>
              <a:rPr lang="en-US" dirty="0"/>
              <a:t>Legal Disclosures</a:t>
            </a:r>
          </a:p>
        </p:txBody>
      </p:sp>
      <p:sp>
        <p:nvSpPr>
          <p:cNvPr id="3" name="Content Placeholder 2">
            <a:extLst>
              <a:ext uri="{FF2B5EF4-FFF2-40B4-BE49-F238E27FC236}">
                <a16:creationId xmlns:a16="http://schemas.microsoft.com/office/drawing/2014/main" id="{5668DF7B-E729-C44F-9ED1-017600CB421F}"/>
              </a:ext>
            </a:extLst>
          </p:cNvPr>
          <p:cNvSpPr>
            <a:spLocks noGrp="1"/>
          </p:cNvSpPr>
          <p:nvPr>
            <p:ph idx="1"/>
          </p:nvPr>
        </p:nvSpPr>
        <p:spPr/>
        <p:txBody>
          <a:bodyPr/>
          <a:lstStyle/>
          <a:p>
            <a:pPr algn="just"/>
            <a:r>
              <a:rPr lang="en-US" dirty="0"/>
              <a:t>Statements made in this Presentation are not warranties, and IRIDIUM EXPRESSLY DISCLAIMS ALL WARRANTIES, IMPLIED WARRANTIES, WARRANTIES OF MERCHANTABILITY AND WARRANTIES OF FITNESS FOR A PARTICULAR PURPOSE, except as expressly set forth in the relevant Iridium Limited Warranty and the Iridium Product Sales Terms and Conditions. </a:t>
            </a:r>
          </a:p>
          <a:p>
            <a:pPr algn="just"/>
            <a:r>
              <a:rPr lang="en-US" dirty="0"/>
              <a:t>The views and opinions expressed in this Presentation are solely those of the presenter and do not necessarily represent those of Iridium which makes no warranty as to accuracy or completeness of the information provided or the views or opinions presented. The information in this Presentation is subject to change without notice.</a:t>
            </a:r>
          </a:p>
          <a:p>
            <a:pPr algn="just"/>
            <a:r>
              <a:rPr lang="en-US" dirty="0"/>
              <a:t>Read and understand the Iridium User Manual and the safety warnings and information contained in that Manual before using any Iridium product. </a:t>
            </a:r>
          </a:p>
          <a:p>
            <a:pPr algn="just"/>
            <a:r>
              <a:rPr lang="en-US" dirty="0"/>
              <a:t>Iridium® is a registered mark of Iridium Satellite LLC and its affiliates. All other registered marks, trademarks, service marks and logos are property of their respective holders. Information is subject to change without notice.</a:t>
            </a:r>
          </a:p>
          <a:p>
            <a:endParaRPr lang="en-US" dirty="0"/>
          </a:p>
        </p:txBody>
      </p:sp>
      <p:sp>
        <p:nvSpPr>
          <p:cNvPr id="4" name="Footer Placeholder 3">
            <a:extLst>
              <a:ext uri="{FF2B5EF4-FFF2-40B4-BE49-F238E27FC236}">
                <a16:creationId xmlns:a16="http://schemas.microsoft.com/office/drawing/2014/main" id="{8F2497A3-ED64-594D-A581-B8F9BB636790}"/>
              </a:ext>
            </a:extLst>
          </p:cNvPr>
          <p:cNvSpPr>
            <a:spLocks noGrp="1"/>
          </p:cNvSpPr>
          <p:nvPr>
            <p:ph type="ftr" sz="quarter" idx="11"/>
          </p:nvPr>
        </p:nvSpPr>
        <p:spPr/>
        <p:txBody>
          <a:bodyPr/>
          <a:lstStyle/>
          <a:p>
            <a:r>
              <a:rPr lang="en-US"/>
              <a:t>IRIDIUM PROPRIETARY BUSINESS INFORMATION</a:t>
            </a:r>
            <a:endParaRPr lang="en-US" dirty="0"/>
          </a:p>
        </p:txBody>
      </p:sp>
      <p:sp>
        <p:nvSpPr>
          <p:cNvPr id="5" name="Slide Number Placeholder 4">
            <a:extLst>
              <a:ext uri="{FF2B5EF4-FFF2-40B4-BE49-F238E27FC236}">
                <a16:creationId xmlns:a16="http://schemas.microsoft.com/office/drawing/2014/main" id="{00C404D5-AF05-0A41-9A77-9673C069F51D}"/>
              </a:ext>
            </a:extLst>
          </p:cNvPr>
          <p:cNvSpPr>
            <a:spLocks noGrp="1"/>
          </p:cNvSpPr>
          <p:nvPr>
            <p:ph type="sldNum" sz="quarter" idx="12"/>
          </p:nvPr>
        </p:nvSpPr>
        <p:spPr/>
        <p:txBody>
          <a:bodyPr/>
          <a:lstStyle/>
          <a:p>
            <a:fld id="{B1019862-05A2-6842-A5FD-3894660EF752}" type="slidenum">
              <a:rPr lang="en-US" smtClean="0"/>
              <a:pPr/>
              <a:t>5</a:t>
            </a:fld>
            <a:endParaRPr lang="en-US" dirty="0"/>
          </a:p>
        </p:txBody>
      </p:sp>
    </p:spTree>
    <p:extLst>
      <p:ext uri="{BB962C8B-B14F-4D97-AF65-F5344CB8AC3E}">
        <p14:creationId xmlns:p14="http://schemas.microsoft.com/office/powerpoint/2010/main" val="3777369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5C0D1-3266-9643-876D-5299246C8030}"/>
              </a:ext>
            </a:extLst>
          </p:cNvPr>
          <p:cNvSpPr>
            <a:spLocks noGrp="1"/>
          </p:cNvSpPr>
          <p:nvPr>
            <p:ph type="title"/>
          </p:nvPr>
        </p:nvSpPr>
        <p:spPr>
          <a:xfrm>
            <a:off x="782846" y="116118"/>
            <a:ext cx="10515600" cy="936851"/>
          </a:xfrm>
        </p:spPr>
        <p:txBody>
          <a:bodyPr/>
          <a:lstStyle/>
          <a:p>
            <a:endParaRPr lang="en-US" dirty="0"/>
          </a:p>
        </p:txBody>
      </p:sp>
      <p:sp>
        <p:nvSpPr>
          <p:cNvPr id="3" name="Content Placeholder 2">
            <a:extLst>
              <a:ext uri="{FF2B5EF4-FFF2-40B4-BE49-F238E27FC236}">
                <a16:creationId xmlns:a16="http://schemas.microsoft.com/office/drawing/2014/main" id="{B8F3D65A-9841-4349-A1ED-2FAD8BADC696}"/>
              </a:ext>
            </a:extLst>
          </p:cNvPr>
          <p:cNvSpPr>
            <a:spLocks noGrp="1"/>
          </p:cNvSpPr>
          <p:nvPr>
            <p:ph idx="1"/>
          </p:nvPr>
        </p:nvSpPr>
        <p:spPr>
          <a:xfrm>
            <a:off x="782638" y="1168399"/>
            <a:ext cx="10515600" cy="4387669"/>
          </a:xfrm>
        </p:spPr>
        <p:txBody>
          <a:bodyPr/>
          <a:lstStyle/>
          <a:p>
            <a:pPr lvl="0"/>
            <a:endParaRPr lang="en-US" dirty="0"/>
          </a:p>
        </p:txBody>
      </p:sp>
      <p:sp>
        <p:nvSpPr>
          <p:cNvPr id="4" name="Footer Placeholder 3">
            <a:extLst>
              <a:ext uri="{FF2B5EF4-FFF2-40B4-BE49-F238E27FC236}">
                <a16:creationId xmlns:a16="http://schemas.microsoft.com/office/drawing/2014/main" id="{D4042472-56D6-964C-A4FC-FEBDAA8BB078}"/>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5" name="Slide Number Placeholder 4">
            <a:extLst>
              <a:ext uri="{FF2B5EF4-FFF2-40B4-BE49-F238E27FC236}">
                <a16:creationId xmlns:a16="http://schemas.microsoft.com/office/drawing/2014/main" id="{0DEC98B9-A3A2-0247-8A29-6DD2ACFD5009}"/>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6</a:t>
            </a:fld>
            <a:endParaRPr lang="en-US" dirty="0"/>
          </a:p>
        </p:txBody>
      </p:sp>
      <p:sp>
        <p:nvSpPr>
          <p:cNvPr id="6" name="Content Placeholder 6">
            <a:extLst>
              <a:ext uri="{FF2B5EF4-FFF2-40B4-BE49-F238E27FC236}">
                <a16:creationId xmlns:a16="http://schemas.microsoft.com/office/drawing/2014/main" id="{06760F3A-4F1C-4CB2-AAB6-60FFDA1BAD8E}"/>
              </a:ext>
            </a:extLst>
          </p:cNvPr>
          <p:cNvSpPr txBox="1">
            <a:spLocks/>
          </p:cNvSpPr>
          <p:nvPr/>
        </p:nvSpPr>
        <p:spPr>
          <a:xfrm>
            <a:off x="838200" y="5689600"/>
            <a:ext cx="10515600" cy="526052"/>
          </a:xfrm>
          <a:prstGeom prst="rect">
            <a:avLst/>
          </a:prstGeom>
          <a:solidFill>
            <a:schemeClr val="tx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ystem Font Regular"/>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buFontTx/>
              <a:buNone/>
              <a:defRPr/>
            </a:pPr>
            <a:r>
              <a:rPr lang="en-US" b="1" dirty="0">
                <a:solidFill>
                  <a:srgbClr val="FFFFFF"/>
                </a:solidFill>
                <a:latin typeface="Arial"/>
              </a:rPr>
              <a:t>This is an optional takeaway box to summarize the content in the slide</a:t>
            </a:r>
            <a:endParaRPr lang="en-US" dirty="0"/>
          </a:p>
        </p:txBody>
      </p:sp>
    </p:spTree>
    <p:extLst>
      <p:ext uri="{BB962C8B-B14F-4D97-AF65-F5344CB8AC3E}">
        <p14:creationId xmlns:p14="http://schemas.microsoft.com/office/powerpoint/2010/main" val="607567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92A899-AD90-244F-BFF1-9E0F7EEA6C77}"/>
              </a:ext>
            </a:extLst>
          </p:cNvPr>
          <p:cNvSpPr>
            <a:spLocks noGrp="1"/>
          </p:cNvSpPr>
          <p:nvPr>
            <p:ph sz="half" idx="1"/>
          </p:nvPr>
        </p:nvSpPr>
        <p:spPr>
          <a:xfrm>
            <a:off x="782846" y="1164437"/>
            <a:ext cx="5181600" cy="5049244"/>
          </a:xfrm>
        </p:spPr>
        <p:txBody>
          <a:bodyPr/>
          <a:lstStyle/>
          <a:p>
            <a:pPr lvl="0"/>
            <a:endParaRPr lang="en-US" dirty="0"/>
          </a:p>
        </p:txBody>
      </p:sp>
      <p:sp>
        <p:nvSpPr>
          <p:cNvPr id="4" name="Title 3">
            <a:extLst>
              <a:ext uri="{FF2B5EF4-FFF2-40B4-BE49-F238E27FC236}">
                <a16:creationId xmlns:a16="http://schemas.microsoft.com/office/drawing/2014/main" id="{36B8FBBD-15D7-9F48-A1F2-8E76F0351552}"/>
              </a:ext>
            </a:extLst>
          </p:cNvPr>
          <p:cNvSpPr>
            <a:spLocks noGrp="1"/>
          </p:cNvSpPr>
          <p:nvPr>
            <p:ph type="title"/>
          </p:nvPr>
        </p:nvSpPr>
        <p:spPr>
          <a:xfrm>
            <a:off x="782846" y="117921"/>
            <a:ext cx="10515600" cy="936851"/>
          </a:xfrm>
        </p:spPr>
        <p:txBody>
          <a:bodyPr/>
          <a:lstStyle/>
          <a:p>
            <a:endParaRPr lang="en-US" dirty="0"/>
          </a:p>
        </p:txBody>
      </p:sp>
      <p:sp>
        <p:nvSpPr>
          <p:cNvPr id="5" name="Footer Placeholder 4">
            <a:extLst>
              <a:ext uri="{FF2B5EF4-FFF2-40B4-BE49-F238E27FC236}">
                <a16:creationId xmlns:a16="http://schemas.microsoft.com/office/drawing/2014/main" id="{2654F199-1AD1-BE46-A60D-489F99BEE03C}"/>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6" name="Slide Number Placeholder 5">
            <a:extLst>
              <a:ext uri="{FF2B5EF4-FFF2-40B4-BE49-F238E27FC236}">
                <a16:creationId xmlns:a16="http://schemas.microsoft.com/office/drawing/2014/main" id="{21F3EEE1-D33F-BF46-AB0D-6FCF407FF12D}"/>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7</a:t>
            </a:fld>
            <a:endParaRPr lang="en-US" dirty="0"/>
          </a:p>
        </p:txBody>
      </p:sp>
      <p:sp>
        <p:nvSpPr>
          <p:cNvPr id="10" name="Content Placeholder 9">
            <a:extLst>
              <a:ext uri="{FF2B5EF4-FFF2-40B4-BE49-F238E27FC236}">
                <a16:creationId xmlns:a16="http://schemas.microsoft.com/office/drawing/2014/main" id="{45CE416C-8170-43A8-B594-AAC3BAA1E096}"/>
              </a:ext>
            </a:extLst>
          </p:cNvPr>
          <p:cNvSpPr>
            <a:spLocks noGrp="1"/>
          </p:cNvSpPr>
          <p:nvPr>
            <p:ph sz="half" idx="2"/>
          </p:nvPr>
        </p:nvSpPr>
        <p:spPr/>
        <p:txBody>
          <a:bodyPr/>
          <a:lstStyle/>
          <a:p>
            <a:pPr lvl="0"/>
            <a:endParaRPr lang="en-US" dirty="0"/>
          </a:p>
        </p:txBody>
      </p:sp>
    </p:spTree>
    <p:extLst>
      <p:ext uri="{BB962C8B-B14F-4D97-AF65-F5344CB8AC3E}">
        <p14:creationId xmlns:p14="http://schemas.microsoft.com/office/powerpoint/2010/main" val="293803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4DB3EF0F-243D-4D87-A4F4-649BEEC6BA84}"/>
              </a:ext>
            </a:extLst>
          </p:cNvPr>
          <p:cNvSpPr>
            <a:spLocks noGrp="1"/>
          </p:cNvSpPr>
          <p:nvPr>
            <p:ph type="body" sz="quarter" idx="3"/>
          </p:nvPr>
        </p:nvSpPr>
        <p:spPr>
          <a:xfrm>
            <a:off x="6279032" y="1230731"/>
            <a:ext cx="5019414" cy="658451"/>
          </a:xfrm>
        </p:spPr>
        <p:txBody>
          <a:bodyPr/>
          <a:lstStyle/>
          <a:p>
            <a:endParaRPr lang="en-US" dirty="0"/>
          </a:p>
        </p:txBody>
      </p:sp>
      <p:sp>
        <p:nvSpPr>
          <p:cNvPr id="5" name="Title 4">
            <a:extLst>
              <a:ext uri="{FF2B5EF4-FFF2-40B4-BE49-F238E27FC236}">
                <a16:creationId xmlns:a16="http://schemas.microsoft.com/office/drawing/2014/main" id="{A1291F9C-F8F1-F446-8E3A-D68C443DC69C}"/>
              </a:ext>
            </a:extLst>
          </p:cNvPr>
          <p:cNvSpPr>
            <a:spLocks noGrp="1"/>
          </p:cNvSpPr>
          <p:nvPr>
            <p:ph type="title"/>
          </p:nvPr>
        </p:nvSpPr>
        <p:spPr>
          <a:xfrm>
            <a:off x="782846" y="116118"/>
            <a:ext cx="10515600" cy="936851"/>
          </a:xfrm>
        </p:spPr>
        <p:txBody>
          <a:bodyPr/>
          <a:lstStyle/>
          <a:p>
            <a:endParaRPr lang="en-US" dirty="0"/>
          </a:p>
        </p:txBody>
      </p:sp>
      <p:sp>
        <p:nvSpPr>
          <p:cNvPr id="22" name="Text Placeholder 21">
            <a:extLst>
              <a:ext uri="{FF2B5EF4-FFF2-40B4-BE49-F238E27FC236}">
                <a16:creationId xmlns:a16="http://schemas.microsoft.com/office/drawing/2014/main" id="{EBA744B5-A79E-44B6-9663-33F134805E9B}"/>
              </a:ext>
            </a:extLst>
          </p:cNvPr>
          <p:cNvSpPr>
            <a:spLocks noGrp="1"/>
          </p:cNvSpPr>
          <p:nvPr>
            <p:ph type="body" sz="quarter" idx="13"/>
          </p:nvPr>
        </p:nvSpPr>
        <p:spPr>
          <a:xfrm>
            <a:off x="782846" y="1230731"/>
            <a:ext cx="5019414" cy="658451"/>
          </a:xfrm>
        </p:spPr>
        <p:txBody>
          <a:bodyPr/>
          <a:lstStyle/>
          <a:p>
            <a:endParaRPr lang="en-US" dirty="0"/>
          </a:p>
        </p:txBody>
      </p:sp>
      <p:sp>
        <p:nvSpPr>
          <p:cNvPr id="7" name="Footer Placeholder 6">
            <a:extLst>
              <a:ext uri="{FF2B5EF4-FFF2-40B4-BE49-F238E27FC236}">
                <a16:creationId xmlns:a16="http://schemas.microsoft.com/office/drawing/2014/main" id="{A9696664-5EC5-A546-9AD4-B8E1205FD519}"/>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8" name="Slide Number Placeholder 7">
            <a:extLst>
              <a:ext uri="{FF2B5EF4-FFF2-40B4-BE49-F238E27FC236}">
                <a16:creationId xmlns:a16="http://schemas.microsoft.com/office/drawing/2014/main" id="{3F1149DE-154C-2C42-921D-97F311E7AADE}"/>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8</a:t>
            </a:fld>
            <a:endParaRPr lang="en-US" dirty="0"/>
          </a:p>
        </p:txBody>
      </p:sp>
      <p:sp>
        <p:nvSpPr>
          <p:cNvPr id="10" name="Content Placeholder 9">
            <a:extLst>
              <a:ext uri="{FF2B5EF4-FFF2-40B4-BE49-F238E27FC236}">
                <a16:creationId xmlns:a16="http://schemas.microsoft.com/office/drawing/2014/main" id="{1B091230-92B5-421B-834B-17499D30605F}"/>
              </a:ext>
            </a:extLst>
          </p:cNvPr>
          <p:cNvSpPr>
            <a:spLocks noGrp="1"/>
          </p:cNvSpPr>
          <p:nvPr>
            <p:ph sz="half" idx="2"/>
          </p:nvPr>
        </p:nvSpPr>
        <p:spPr/>
        <p:txBody>
          <a:bodyPr/>
          <a:lstStyle/>
          <a:p>
            <a:endParaRPr lang="en-US" dirty="0"/>
          </a:p>
        </p:txBody>
      </p:sp>
      <p:sp>
        <p:nvSpPr>
          <p:cNvPr id="12" name="Content Placeholder 11">
            <a:extLst>
              <a:ext uri="{FF2B5EF4-FFF2-40B4-BE49-F238E27FC236}">
                <a16:creationId xmlns:a16="http://schemas.microsoft.com/office/drawing/2014/main" id="{B3BD484C-A086-434E-A3C2-079F68FFA1FF}"/>
              </a:ext>
            </a:extLst>
          </p:cNvPr>
          <p:cNvSpPr>
            <a:spLocks noGrp="1"/>
          </p:cNvSpPr>
          <p:nvPr>
            <p:ph sz="quarter" idx="4"/>
          </p:nvPr>
        </p:nvSpPr>
        <p:spPr/>
        <p:txBody>
          <a:bodyPr/>
          <a:lstStyle/>
          <a:p>
            <a:endParaRPr lang="en-US" dirty="0"/>
          </a:p>
        </p:txBody>
      </p:sp>
    </p:spTree>
    <p:extLst>
      <p:ext uri="{BB962C8B-B14F-4D97-AF65-F5344CB8AC3E}">
        <p14:creationId xmlns:p14="http://schemas.microsoft.com/office/powerpoint/2010/main" val="3913401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B774B-0FCF-894F-BEAC-8B032B8F1E99}"/>
              </a:ext>
            </a:extLst>
          </p:cNvPr>
          <p:cNvSpPr>
            <a:spLocks noGrp="1"/>
          </p:cNvSpPr>
          <p:nvPr>
            <p:ph type="title"/>
          </p:nvPr>
        </p:nvSpPr>
        <p:spPr>
          <a:xfrm>
            <a:off x="782846" y="116118"/>
            <a:ext cx="10515600" cy="936851"/>
          </a:xfrm>
        </p:spPr>
        <p:txBody>
          <a:bodyPr/>
          <a:lstStyle/>
          <a:p>
            <a:endParaRPr lang="en-US" dirty="0"/>
          </a:p>
        </p:txBody>
      </p:sp>
      <p:sp>
        <p:nvSpPr>
          <p:cNvPr id="3" name="Footer Placeholder 2">
            <a:extLst>
              <a:ext uri="{FF2B5EF4-FFF2-40B4-BE49-F238E27FC236}">
                <a16:creationId xmlns:a16="http://schemas.microsoft.com/office/drawing/2014/main" id="{3872156E-4D8E-1643-908F-A8264F7F10F5}"/>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4" name="Slide Number Placeholder 3">
            <a:extLst>
              <a:ext uri="{FF2B5EF4-FFF2-40B4-BE49-F238E27FC236}">
                <a16:creationId xmlns:a16="http://schemas.microsoft.com/office/drawing/2014/main" id="{D54A0514-239E-DF48-A7EF-7EDEF04FA7FC}"/>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9</a:t>
            </a:fld>
            <a:endParaRPr lang="en-US" dirty="0"/>
          </a:p>
        </p:txBody>
      </p:sp>
    </p:spTree>
    <p:extLst>
      <p:ext uri="{BB962C8B-B14F-4D97-AF65-F5344CB8AC3E}">
        <p14:creationId xmlns:p14="http://schemas.microsoft.com/office/powerpoint/2010/main" val="3731369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0F36338-5E2E-7947-A2EF-8FA0923FCB0F}"/>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3" name="Slide Number Placeholder 2">
            <a:extLst>
              <a:ext uri="{FF2B5EF4-FFF2-40B4-BE49-F238E27FC236}">
                <a16:creationId xmlns:a16="http://schemas.microsoft.com/office/drawing/2014/main" id="{1DB545D7-D03C-6345-83D4-C3F0F290A5A8}"/>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10</a:t>
            </a:fld>
            <a:endParaRPr lang="en-US" dirty="0"/>
          </a:p>
        </p:txBody>
      </p:sp>
    </p:spTree>
    <p:extLst>
      <p:ext uri="{BB962C8B-B14F-4D97-AF65-F5344CB8AC3E}">
        <p14:creationId xmlns:p14="http://schemas.microsoft.com/office/powerpoint/2010/main" val="2537560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39F0FB2-5F17-4BCA-8203-417472B901F1}"/>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934020DE-D2D3-AF4D-84AD-20450D450C8F}"/>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4" name="Slide Number Placeholder 3">
            <a:extLst>
              <a:ext uri="{FF2B5EF4-FFF2-40B4-BE49-F238E27FC236}">
                <a16:creationId xmlns:a16="http://schemas.microsoft.com/office/drawing/2014/main" id="{5EB36949-CC8A-A645-8266-01BD25B2264E}"/>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11</a:t>
            </a:fld>
            <a:endParaRPr lang="en-US" dirty="0"/>
          </a:p>
        </p:txBody>
      </p:sp>
    </p:spTree>
    <p:extLst>
      <p:ext uri="{BB962C8B-B14F-4D97-AF65-F5344CB8AC3E}">
        <p14:creationId xmlns:p14="http://schemas.microsoft.com/office/powerpoint/2010/main" val="2771792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BE1FB-3973-BD4B-90DA-5D8721B24BF0}"/>
              </a:ext>
            </a:extLst>
          </p:cNvPr>
          <p:cNvSpPr>
            <a:spLocks noGrp="1"/>
          </p:cNvSpPr>
          <p:nvPr>
            <p:ph type="title"/>
          </p:nvPr>
        </p:nvSpPr>
        <p:spPr>
          <a:xfrm>
            <a:off x="103516" y="3114136"/>
            <a:ext cx="8878899" cy="1577983"/>
          </a:xfrm>
        </p:spPr>
        <p:txBody>
          <a:bodyPr/>
          <a:lstStyle/>
          <a:p>
            <a:r>
              <a:rPr lang="en-US" dirty="0"/>
              <a:t>The Following Slides Can Be Used as Samples to Develop Charts and Graphs</a:t>
            </a:r>
          </a:p>
        </p:txBody>
      </p:sp>
      <p:sp>
        <p:nvSpPr>
          <p:cNvPr id="3" name="Footer Placeholder 2">
            <a:extLst>
              <a:ext uri="{FF2B5EF4-FFF2-40B4-BE49-F238E27FC236}">
                <a16:creationId xmlns:a16="http://schemas.microsoft.com/office/drawing/2014/main" id="{934020DE-D2D3-AF4D-84AD-20450D450C8F}"/>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4" name="Slide Number Placeholder 3">
            <a:extLst>
              <a:ext uri="{FF2B5EF4-FFF2-40B4-BE49-F238E27FC236}">
                <a16:creationId xmlns:a16="http://schemas.microsoft.com/office/drawing/2014/main" id="{5EB36949-CC8A-A645-8266-01BD25B2264E}"/>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12</a:t>
            </a:fld>
            <a:endParaRPr lang="en-US" dirty="0"/>
          </a:p>
        </p:txBody>
      </p:sp>
    </p:spTree>
    <p:extLst>
      <p:ext uri="{BB962C8B-B14F-4D97-AF65-F5344CB8AC3E}">
        <p14:creationId xmlns:p14="http://schemas.microsoft.com/office/powerpoint/2010/main" val="2488287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185B44A-A32E-40ED-9236-A5A6C120CBD3}"/>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3872156E-4D8E-1643-908F-A8264F7F10F5}"/>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4" name="Slide Number Placeholder 3">
            <a:extLst>
              <a:ext uri="{FF2B5EF4-FFF2-40B4-BE49-F238E27FC236}">
                <a16:creationId xmlns:a16="http://schemas.microsoft.com/office/drawing/2014/main" id="{D54A0514-239E-DF48-A7EF-7EDEF04FA7FC}"/>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13</a:t>
            </a:fld>
            <a:endParaRPr lang="en-US" dirty="0"/>
          </a:p>
        </p:txBody>
      </p:sp>
      <p:graphicFrame>
        <p:nvGraphicFramePr>
          <p:cNvPr id="5" name="Content Placeholder 5">
            <a:extLst>
              <a:ext uri="{FF2B5EF4-FFF2-40B4-BE49-F238E27FC236}">
                <a16:creationId xmlns:a16="http://schemas.microsoft.com/office/drawing/2014/main" id="{3B76ED50-0ED3-D446-99A6-5AA4E19774FC}"/>
              </a:ext>
            </a:extLst>
          </p:cNvPr>
          <p:cNvGraphicFramePr>
            <a:graphicFrameLocks/>
          </p:cNvGraphicFramePr>
          <p:nvPr>
            <p:extLst>
              <p:ext uri="{D42A27DB-BD31-4B8C-83A1-F6EECF244321}">
                <p14:modId xmlns:p14="http://schemas.microsoft.com/office/powerpoint/2010/main" val="148503005"/>
              </p:ext>
            </p:extLst>
          </p:nvPr>
        </p:nvGraphicFramePr>
        <p:xfrm>
          <a:off x="782637" y="1165225"/>
          <a:ext cx="5551487" cy="5048250"/>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6">
            <a:extLst>
              <a:ext uri="{FF2B5EF4-FFF2-40B4-BE49-F238E27FC236}">
                <a16:creationId xmlns:a16="http://schemas.microsoft.com/office/drawing/2014/main" id="{A7FEE1DB-263B-41B7-83C6-477EE4CF1063}"/>
              </a:ext>
            </a:extLst>
          </p:cNvPr>
          <p:cNvSpPr txBox="1">
            <a:spLocks/>
          </p:cNvSpPr>
          <p:nvPr/>
        </p:nvSpPr>
        <p:spPr>
          <a:xfrm>
            <a:off x="7695275" y="2995749"/>
            <a:ext cx="3603171" cy="1391103"/>
          </a:xfrm>
          <a:prstGeom prst="rect">
            <a:avLst/>
          </a:prstGeom>
          <a:solidFill>
            <a:schemeClr val="tx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ystem Font Regular"/>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buFontTx/>
              <a:buNone/>
              <a:defRPr/>
            </a:pPr>
            <a:r>
              <a:rPr lang="en-US" b="1" dirty="0">
                <a:solidFill>
                  <a:srgbClr val="FFFFFF"/>
                </a:solidFill>
                <a:latin typeface="Arial"/>
              </a:rPr>
              <a:t>This is an optional takeaway box to summarize the content in the slide</a:t>
            </a:r>
            <a:endParaRPr lang="en-US" dirty="0"/>
          </a:p>
        </p:txBody>
      </p:sp>
    </p:spTree>
    <p:extLst>
      <p:ext uri="{BB962C8B-B14F-4D97-AF65-F5344CB8AC3E}">
        <p14:creationId xmlns:p14="http://schemas.microsoft.com/office/powerpoint/2010/main" val="414601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2264F84-A5E5-4539-A0E4-16CB869CFA1A}"/>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3872156E-4D8E-1643-908F-A8264F7F10F5}"/>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4" name="Slide Number Placeholder 3">
            <a:extLst>
              <a:ext uri="{FF2B5EF4-FFF2-40B4-BE49-F238E27FC236}">
                <a16:creationId xmlns:a16="http://schemas.microsoft.com/office/drawing/2014/main" id="{D54A0514-239E-DF48-A7EF-7EDEF04FA7FC}"/>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14</a:t>
            </a:fld>
            <a:endParaRPr lang="en-US" dirty="0"/>
          </a:p>
        </p:txBody>
      </p:sp>
      <p:graphicFrame>
        <p:nvGraphicFramePr>
          <p:cNvPr id="6" name="Content Placeholder 8">
            <a:extLst>
              <a:ext uri="{FF2B5EF4-FFF2-40B4-BE49-F238E27FC236}">
                <a16:creationId xmlns:a16="http://schemas.microsoft.com/office/drawing/2014/main" id="{5B7493CD-90EF-814E-A5CA-62CC88D3805B}"/>
              </a:ext>
            </a:extLst>
          </p:cNvPr>
          <p:cNvGraphicFramePr>
            <a:graphicFrameLocks/>
          </p:cNvGraphicFramePr>
          <p:nvPr>
            <p:extLst>
              <p:ext uri="{D42A27DB-BD31-4B8C-83A1-F6EECF244321}">
                <p14:modId xmlns:p14="http://schemas.microsoft.com/office/powerpoint/2010/main" val="1963785383"/>
              </p:ext>
            </p:extLst>
          </p:nvPr>
        </p:nvGraphicFramePr>
        <p:xfrm>
          <a:off x="700882" y="1166642"/>
          <a:ext cx="10790237" cy="4363301"/>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6">
            <a:extLst>
              <a:ext uri="{FF2B5EF4-FFF2-40B4-BE49-F238E27FC236}">
                <a16:creationId xmlns:a16="http://schemas.microsoft.com/office/drawing/2014/main" id="{56F57F2E-D6FE-4F8D-95FB-18EE7FA6F587}"/>
              </a:ext>
            </a:extLst>
          </p:cNvPr>
          <p:cNvSpPr txBox="1">
            <a:spLocks/>
          </p:cNvSpPr>
          <p:nvPr/>
        </p:nvSpPr>
        <p:spPr>
          <a:xfrm>
            <a:off x="838200" y="5689600"/>
            <a:ext cx="10515600" cy="526052"/>
          </a:xfrm>
          <a:prstGeom prst="rect">
            <a:avLst/>
          </a:prstGeom>
          <a:solidFill>
            <a:schemeClr val="tx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ystem Font Regular"/>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buFontTx/>
              <a:buNone/>
              <a:defRPr/>
            </a:pPr>
            <a:r>
              <a:rPr lang="en-US" b="1" dirty="0">
                <a:solidFill>
                  <a:srgbClr val="FFFFFF"/>
                </a:solidFill>
                <a:latin typeface="Arial"/>
              </a:rPr>
              <a:t>This is an optional takeaway box to summarize the content in the slide</a:t>
            </a:r>
            <a:endParaRPr lang="en-US" dirty="0"/>
          </a:p>
        </p:txBody>
      </p:sp>
    </p:spTree>
    <p:extLst>
      <p:ext uri="{BB962C8B-B14F-4D97-AF65-F5344CB8AC3E}">
        <p14:creationId xmlns:p14="http://schemas.microsoft.com/office/powerpoint/2010/main" val="1387566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7E26966-BA36-477E-9A86-5EADA3F4E64B}"/>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3872156E-4D8E-1643-908F-A8264F7F10F5}"/>
              </a:ext>
            </a:extLst>
          </p:cNvPr>
          <p:cNvSpPr>
            <a:spLocks noGrp="1"/>
          </p:cNvSpPr>
          <p:nvPr>
            <p:ph type="ftr" sz="quarter" idx="11"/>
          </p:nvPr>
        </p:nvSpPr>
        <p:spPr>
          <a:xfrm>
            <a:off x="568416" y="6443926"/>
            <a:ext cx="3919330" cy="365125"/>
          </a:xfrm>
        </p:spPr>
        <p:txBody>
          <a:bodyPr/>
          <a:lstStyle/>
          <a:p>
            <a:r>
              <a:rPr lang="en-US"/>
              <a:t>IRIDIUM PROPRIETARY BUSINESS INFORMATION</a:t>
            </a:r>
            <a:endParaRPr lang="en-US" dirty="0"/>
          </a:p>
        </p:txBody>
      </p:sp>
      <p:sp>
        <p:nvSpPr>
          <p:cNvPr id="4" name="Slide Number Placeholder 3">
            <a:extLst>
              <a:ext uri="{FF2B5EF4-FFF2-40B4-BE49-F238E27FC236}">
                <a16:creationId xmlns:a16="http://schemas.microsoft.com/office/drawing/2014/main" id="{D54A0514-239E-DF48-A7EF-7EDEF04FA7FC}"/>
              </a:ext>
            </a:extLst>
          </p:cNvPr>
          <p:cNvSpPr>
            <a:spLocks noGrp="1"/>
          </p:cNvSpPr>
          <p:nvPr>
            <p:ph type="sldNum" sz="quarter" idx="12"/>
          </p:nvPr>
        </p:nvSpPr>
        <p:spPr>
          <a:xfrm>
            <a:off x="178905" y="6514114"/>
            <a:ext cx="447261" cy="365125"/>
          </a:xfrm>
        </p:spPr>
        <p:txBody>
          <a:bodyPr/>
          <a:lstStyle/>
          <a:p>
            <a:fld id="{B1019862-05A2-6842-A5FD-3894660EF752}" type="slidenum">
              <a:rPr lang="en-US" smtClean="0"/>
              <a:pPr/>
              <a:t>15</a:t>
            </a:fld>
            <a:endParaRPr lang="en-US" dirty="0"/>
          </a:p>
        </p:txBody>
      </p:sp>
      <p:graphicFrame>
        <p:nvGraphicFramePr>
          <p:cNvPr id="5" name="Content Placeholder 5">
            <a:extLst>
              <a:ext uri="{FF2B5EF4-FFF2-40B4-BE49-F238E27FC236}">
                <a16:creationId xmlns:a16="http://schemas.microsoft.com/office/drawing/2014/main" id="{DC931D27-FBB0-3E4F-B9DE-4A4451E7FEA5}"/>
              </a:ext>
            </a:extLst>
          </p:cNvPr>
          <p:cNvGraphicFramePr>
            <a:graphicFrameLocks/>
          </p:cNvGraphicFramePr>
          <p:nvPr>
            <p:extLst>
              <p:ext uri="{D42A27DB-BD31-4B8C-83A1-F6EECF244321}">
                <p14:modId xmlns:p14="http://schemas.microsoft.com/office/powerpoint/2010/main" val="3364431091"/>
              </p:ext>
            </p:extLst>
          </p:nvPr>
        </p:nvGraphicFramePr>
        <p:xfrm>
          <a:off x="838200" y="1168401"/>
          <a:ext cx="10515600" cy="4361542"/>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6">
            <a:extLst>
              <a:ext uri="{FF2B5EF4-FFF2-40B4-BE49-F238E27FC236}">
                <a16:creationId xmlns:a16="http://schemas.microsoft.com/office/drawing/2014/main" id="{9047D866-D68D-4C18-8444-336886AF63EF}"/>
              </a:ext>
            </a:extLst>
          </p:cNvPr>
          <p:cNvSpPr txBox="1">
            <a:spLocks/>
          </p:cNvSpPr>
          <p:nvPr/>
        </p:nvSpPr>
        <p:spPr>
          <a:xfrm>
            <a:off x="838200" y="5689600"/>
            <a:ext cx="10515600" cy="526052"/>
          </a:xfrm>
          <a:prstGeom prst="rect">
            <a:avLst/>
          </a:prstGeom>
          <a:solidFill>
            <a:schemeClr val="tx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ystem Font Regular"/>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buFontTx/>
              <a:buNone/>
              <a:defRPr/>
            </a:pPr>
            <a:r>
              <a:rPr lang="en-US" b="1" dirty="0">
                <a:solidFill>
                  <a:srgbClr val="FFFFFF"/>
                </a:solidFill>
                <a:latin typeface="Arial"/>
              </a:rPr>
              <a:t>This is an optional takeaway box to summarize the content in the slide</a:t>
            </a:r>
            <a:endParaRPr lang="en-US" dirty="0"/>
          </a:p>
        </p:txBody>
      </p:sp>
    </p:spTree>
    <p:extLst>
      <p:ext uri="{BB962C8B-B14F-4D97-AF65-F5344CB8AC3E}">
        <p14:creationId xmlns:p14="http://schemas.microsoft.com/office/powerpoint/2010/main" val="3007158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8DBD27-D19D-4060-938E-78D9FE3EF8D0}"/>
              </a:ext>
            </a:extLst>
          </p:cNvPr>
          <p:cNvSpPr>
            <a:spLocks noGrp="1"/>
          </p:cNvSpPr>
          <p:nvPr>
            <p:ph type="ctrTitle"/>
          </p:nvPr>
        </p:nvSpPr>
        <p:spPr/>
        <p:txBody>
          <a:bodyPr/>
          <a:lstStyle/>
          <a:p>
            <a:r>
              <a:rPr lang="en-US" dirty="0"/>
              <a:t>Closing</a:t>
            </a:r>
          </a:p>
        </p:txBody>
      </p:sp>
    </p:spTree>
    <p:extLst>
      <p:ext uri="{BB962C8B-B14F-4D97-AF65-F5344CB8AC3E}">
        <p14:creationId xmlns:p14="http://schemas.microsoft.com/office/powerpoint/2010/main" val="3750468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C2A3C6-FF52-4E5B-B691-D24CE92DCF27}"/>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3418758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C6148-4481-4E4C-BD95-ACF8B8A71C6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CA8CD98C-C3D8-4AE1-8B5F-E1CE2BA4BD1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9087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CB121-7F51-49CF-84AD-D6A874F0CE49}"/>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542AE13F-8D13-485C-8705-85F6B325395F}"/>
              </a:ext>
            </a:extLst>
          </p:cNvPr>
          <p:cNvSpPr>
            <a:spLocks noGrp="1"/>
          </p:cNvSpPr>
          <p:nvPr>
            <p:ph type="ftr" sz="quarter" idx="11"/>
          </p:nvPr>
        </p:nvSpPr>
        <p:spPr/>
        <p:txBody>
          <a:bodyPr/>
          <a:lstStyle/>
          <a:p>
            <a:r>
              <a:rPr lang="en-US"/>
              <a:t>IRIDIUM PROPRIETARY BUSINESS INFORMATION</a:t>
            </a:r>
            <a:endParaRPr lang="en-US" dirty="0">
              <a:solidFill>
                <a:schemeClr val="bg1"/>
              </a:solidFill>
            </a:endParaRPr>
          </a:p>
        </p:txBody>
      </p:sp>
      <p:sp>
        <p:nvSpPr>
          <p:cNvPr id="5" name="Slide Number Placeholder 4">
            <a:extLst>
              <a:ext uri="{FF2B5EF4-FFF2-40B4-BE49-F238E27FC236}">
                <a16:creationId xmlns:a16="http://schemas.microsoft.com/office/drawing/2014/main" id="{6B6F2951-0EA4-4DDA-B659-F2A6143C5DE1}"/>
              </a:ext>
            </a:extLst>
          </p:cNvPr>
          <p:cNvSpPr>
            <a:spLocks noGrp="1"/>
          </p:cNvSpPr>
          <p:nvPr>
            <p:ph type="sldNum" sz="quarter" idx="12"/>
          </p:nvPr>
        </p:nvSpPr>
        <p:spPr/>
        <p:txBody>
          <a:bodyPr/>
          <a:lstStyle/>
          <a:p>
            <a:fld id="{B1019862-05A2-6842-A5FD-3894660EF752}" type="slidenum">
              <a:rPr lang="en-US" smtClean="0"/>
              <a:pPr/>
              <a:t>19</a:t>
            </a:fld>
            <a:endParaRPr lang="en-US" dirty="0"/>
          </a:p>
        </p:txBody>
      </p:sp>
      <p:sp>
        <p:nvSpPr>
          <p:cNvPr id="6" name="Content Placeholder 2">
            <a:extLst>
              <a:ext uri="{FF2B5EF4-FFF2-40B4-BE49-F238E27FC236}">
                <a16:creationId xmlns:a16="http://schemas.microsoft.com/office/drawing/2014/main" id="{9939EFB3-28B1-403F-B95E-61CD7E58BDB3}"/>
              </a:ext>
            </a:extLst>
          </p:cNvPr>
          <p:cNvSpPr>
            <a:spLocks noGrp="1"/>
          </p:cNvSpPr>
          <p:nvPr>
            <p:ph idx="1"/>
          </p:nvPr>
        </p:nvSpPr>
        <p:spPr>
          <a:xfrm>
            <a:off x="782638" y="1168400"/>
            <a:ext cx="10515600" cy="5045075"/>
          </a:xfrm>
        </p:spPr>
        <p:txBody>
          <a:bodyPr/>
          <a:lstStyle/>
          <a:p>
            <a:pPr algn="just"/>
            <a:r>
              <a:rPr lang="en-US" dirty="0"/>
              <a:t>Statements made in this Presentation are not warranties, and IRIDIUM EXPRESSLY DISCLAIMS ALL WARRANTIES, IMPLIED WARRANTIES, WARRANTIES OF MERCHANTABILITY AND WARRANTIES OF FITNESS FOR A PARTICULAR PURPOSE, except as expressly set forth in the relevant Iridium Limited Warranty and the Iridium Product Sales Terms and Conditions. </a:t>
            </a:r>
          </a:p>
          <a:p>
            <a:pPr algn="just"/>
            <a:r>
              <a:rPr lang="en-US" dirty="0"/>
              <a:t>The views and opinions expressed in this Presentation are solely those of the presenter and do not necessarily represent those of Iridium which makes no warranty as to accuracy or completeness of the information provided or the views or opinions presented. The information in this Presentation is subject to change without notice.</a:t>
            </a:r>
          </a:p>
          <a:p>
            <a:pPr algn="just"/>
            <a:r>
              <a:rPr lang="en-US" dirty="0"/>
              <a:t>Read and understand the Iridium User Manual and the safety warnings and information contained in that Manual before using any Iridium product. </a:t>
            </a:r>
          </a:p>
          <a:p>
            <a:pPr algn="just"/>
            <a:r>
              <a:rPr lang="en-US" dirty="0"/>
              <a:t>Iridium® is a registered mark of Iridium Satellite LLC and its affiliates. All other registered marks, trademarks, service marks and logos are property of their respective holders. Information is subject to change without notice.</a:t>
            </a:r>
          </a:p>
          <a:p>
            <a:endParaRPr lang="en-US" dirty="0"/>
          </a:p>
        </p:txBody>
      </p:sp>
    </p:spTree>
    <p:extLst>
      <p:ext uri="{BB962C8B-B14F-4D97-AF65-F5344CB8AC3E}">
        <p14:creationId xmlns:p14="http://schemas.microsoft.com/office/powerpoint/2010/main" val="2953261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79779-9D79-4462-AE58-9251878B7B2A}"/>
              </a:ext>
            </a:extLst>
          </p:cNvPr>
          <p:cNvSpPr>
            <a:spLocks noGrp="1"/>
          </p:cNvSpPr>
          <p:nvPr>
            <p:ph type="title"/>
          </p:nvPr>
        </p:nvSpPr>
        <p:spPr/>
        <p:txBody>
          <a:bodyPr/>
          <a:lstStyle/>
          <a:p>
            <a:endParaRPr lang="en-US" dirty="0"/>
          </a:p>
        </p:txBody>
      </p:sp>
      <p:sp>
        <p:nvSpPr>
          <p:cNvPr id="3" name="Footer Placeholder 2">
            <a:extLst>
              <a:ext uri="{FF2B5EF4-FFF2-40B4-BE49-F238E27FC236}">
                <a16:creationId xmlns:a16="http://schemas.microsoft.com/office/drawing/2014/main" id="{4ECA9FE6-694A-4667-ADFF-B52E1643EA3B}"/>
              </a:ext>
            </a:extLst>
          </p:cNvPr>
          <p:cNvSpPr>
            <a:spLocks noGrp="1"/>
          </p:cNvSpPr>
          <p:nvPr>
            <p:ph type="ftr" sz="quarter" idx="11"/>
          </p:nvPr>
        </p:nvSpPr>
        <p:spPr/>
        <p:txBody>
          <a:bodyPr/>
          <a:lstStyle/>
          <a:p>
            <a:r>
              <a:rPr lang="en-US"/>
              <a:t>IRIDIUM PROPRIETARY BUSINESS INFORMATION</a:t>
            </a:r>
            <a:endParaRPr lang="en-US" dirty="0">
              <a:solidFill>
                <a:schemeClr val="bg1"/>
              </a:solidFill>
            </a:endParaRPr>
          </a:p>
        </p:txBody>
      </p:sp>
      <p:sp>
        <p:nvSpPr>
          <p:cNvPr id="4" name="Slide Number Placeholder 3">
            <a:extLst>
              <a:ext uri="{FF2B5EF4-FFF2-40B4-BE49-F238E27FC236}">
                <a16:creationId xmlns:a16="http://schemas.microsoft.com/office/drawing/2014/main" id="{F3334D5A-A585-4DC0-8020-3260B041E6C1}"/>
              </a:ext>
            </a:extLst>
          </p:cNvPr>
          <p:cNvSpPr>
            <a:spLocks noGrp="1"/>
          </p:cNvSpPr>
          <p:nvPr>
            <p:ph type="sldNum" sz="quarter" idx="12"/>
          </p:nvPr>
        </p:nvSpPr>
        <p:spPr/>
        <p:txBody>
          <a:bodyPr/>
          <a:lstStyle/>
          <a:p>
            <a:fld id="{B1019862-05A2-6842-A5FD-3894660EF752}" type="slidenum">
              <a:rPr lang="en-US" smtClean="0"/>
              <a:pPr/>
              <a:t>20</a:t>
            </a:fld>
            <a:endParaRPr lang="en-US" dirty="0"/>
          </a:p>
        </p:txBody>
      </p:sp>
    </p:spTree>
    <p:extLst>
      <p:ext uri="{BB962C8B-B14F-4D97-AF65-F5344CB8AC3E}">
        <p14:creationId xmlns:p14="http://schemas.microsoft.com/office/powerpoint/2010/main" val="2413701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4B268-3FEB-4224-9F31-B9F367280CB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40D419-7824-4405-977B-53A6C1552840}"/>
              </a:ext>
            </a:extLst>
          </p:cNvPr>
          <p:cNvSpPr>
            <a:spLocks noGrp="1"/>
          </p:cNvSpPr>
          <p:nvPr>
            <p:ph idx="1"/>
          </p:nvPr>
        </p:nvSpPr>
        <p:spPr>
          <a:xfrm>
            <a:off x="782846" y="1169088"/>
            <a:ext cx="10515600" cy="4450324"/>
          </a:xfrm>
        </p:spPr>
        <p:txBody>
          <a:bodyPr/>
          <a:lstStyle/>
          <a:p>
            <a:endParaRPr lang="en-US"/>
          </a:p>
        </p:txBody>
      </p:sp>
      <p:sp>
        <p:nvSpPr>
          <p:cNvPr id="4" name="Footer Placeholder 3">
            <a:extLst>
              <a:ext uri="{FF2B5EF4-FFF2-40B4-BE49-F238E27FC236}">
                <a16:creationId xmlns:a16="http://schemas.microsoft.com/office/drawing/2014/main" id="{6D6495EA-144F-489E-87C7-112639D8AEE8}"/>
              </a:ext>
            </a:extLst>
          </p:cNvPr>
          <p:cNvSpPr>
            <a:spLocks noGrp="1"/>
          </p:cNvSpPr>
          <p:nvPr>
            <p:ph type="ftr" sz="quarter" idx="11"/>
          </p:nvPr>
        </p:nvSpPr>
        <p:spPr/>
        <p:txBody>
          <a:bodyPr/>
          <a:lstStyle/>
          <a:p>
            <a:r>
              <a:rPr lang="en-US"/>
              <a:t>IRIDIUM PROPRIETARY BUSINESS INFORMATION</a:t>
            </a:r>
            <a:endParaRPr lang="en-US" dirty="0">
              <a:solidFill>
                <a:schemeClr val="bg1"/>
              </a:solidFill>
            </a:endParaRPr>
          </a:p>
        </p:txBody>
      </p:sp>
      <p:sp>
        <p:nvSpPr>
          <p:cNvPr id="5" name="Slide Number Placeholder 4">
            <a:extLst>
              <a:ext uri="{FF2B5EF4-FFF2-40B4-BE49-F238E27FC236}">
                <a16:creationId xmlns:a16="http://schemas.microsoft.com/office/drawing/2014/main" id="{A4C2E696-021F-4E94-B8C0-92FDBC39429B}"/>
              </a:ext>
            </a:extLst>
          </p:cNvPr>
          <p:cNvSpPr>
            <a:spLocks noGrp="1"/>
          </p:cNvSpPr>
          <p:nvPr>
            <p:ph type="sldNum" sz="quarter" idx="12"/>
          </p:nvPr>
        </p:nvSpPr>
        <p:spPr/>
        <p:txBody>
          <a:bodyPr/>
          <a:lstStyle/>
          <a:p>
            <a:fld id="{B1019862-05A2-6842-A5FD-3894660EF752}" type="slidenum">
              <a:rPr lang="en-US" smtClean="0"/>
              <a:pPr/>
              <a:t>21</a:t>
            </a:fld>
            <a:endParaRPr lang="en-US" dirty="0"/>
          </a:p>
        </p:txBody>
      </p:sp>
      <p:sp>
        <p:nvSpPr>
          <p:cNvPr id="6" name="Content Placeholder 6">
            <a:extLst>
              <a:ext uri="{FF2B5EF4-FFF2-40B4-BE49-F238E27FC236}">
                <a16:creationId xmlns:a16="http://schemas.microsoft.com/office/drawing/2014/main" id="{401AE473-7B69-4B91-95EB-7903E952201B}"/>
              </a:ext>
            </a:extLst>
          </p:cNvPr>
          <p:cNvSpPr txBox="1">
            <a:spLocks/>
          </p:cNvSpPr>
          <p:nvPr/>
        </p:nvSpPr>
        <p:spPr>
          <a:xfrm>
            <a:off x="782846" y="5689600"/>
            <a:ext cx="10515600" cy="526052"/>
          </a:xfrm>
          <a:prstGeom prst="rect">
            <a:avLst/>
          </a:prstGeom>
          <a:solidFill>
            <a:schemeClr val="bg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ystem Font Regular"/>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buFontTx/>
              <a:buNone/>
              <a:defRPr/>
            </a:pPr>
            <a:r>
              <a:rPr lang="en-US" b="1" dirty="0">
                <a:latin typeface="Arial"/>
              </a:rPr>
              <a:t>This is an optional takeaway box to summarize the content in the slide</a:t>
            </a:r>
            <a:endParaRPr lang="en-US" dirty="0"/>
          </a:p>
        </p:txBody>
      </p:sp>
    </p:spTree>
    <p:extLst>
      <p:ext uri="{BB962C8B-B14F-4D97-AF65-F5344CB8AC3E}">
        <p14:creationId xmlns:p14="http://schemas.microsoft.com/office/powerpoint/2010/main" val="930714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75F606-AB29-4CB5-A515-36C2DEC9CF00}"/>
              </a:ext>
            </a:extLst>
          </p:cNvPr>
          <p:cNvSpPr>
            <a:spLocks noGrp="1"/>
          </p:cNvSpPr>
          <p:nvPr>
            <p:ph sz="half" idx="1"/>
          </p:nvPr>
        </p:nvSpPr>
        <p:spPr/>
        <p:txBody>
          <a:bodyPr/>
          <a:lstStyle/>
          <a:p>
            <a:endParaRPr lang="en-US"/>
          </a:p>
        </p:txBody>
      </p:sp>
      <p:sp>
        <p:nvSpPr>
          <p:cNvPr id="3" name="Content Placeholder 2">
            <a:extLst>
              <a:ext uri="{FF2B5EF4-FFF2-40B4-BE49-F238E27FC236}">
                <a16:creationId xmlns:a16="http://schemas.microsoft.com/office/drawing/2014/main" id="{84659810-A27A-4FFB-A131-431DCE0F443E}"/>
              </a:ext>
            </a:extLst>
          </p:cNvPr>
          <p:cNvSpPr>
            <a:spLocks noGrp="1"/>
          </p:cNvSpPr>
          <p:nvPr>
            <p:ph sz="half" idx="2"/>
          </p:nvPr>
        </p:nvSpPr>
        <p:spPr/>
        <p:txBody>
          <a:bodyPr/>
          <a:lstStyle/>
          <a:p>
            <a:endParaRPr lang="en-US"/>
          </a:p>
        </p:txBody>
      </p:sp>
      <p:sp>
        <p:nvSpPr>
          <p:cNvPr id="4" name="Title 3">
            <a:extLst>
              <a:ext uri="{FF2B5EF4-FFF2-40B4-BE49-F238E27FC236}">
                <a16:creationId xmlns:a16="http://schemas.microsoft.com/office/drawing/2014/main" id="{476588C0-DF25-4734-894E-20DF65E54914}"/>
              </a:ext>
            </a:extLst>
          </p:cNvPr>
          <p:cNvSpPr>
            <a:spLocks noGrp="1"/>
          </p:cNvSpPr>
          <p:nvPr>
            <p:ph type="title"/>
          </p:nvPr>
        </p:nvSpPr>
        <p:spPr/>
        <p:txBody>
          <a:bodyPr/>
          <a:lstStyle/>
          <a:p>
            <a:endParaRPr lang="en-US"/>
          </a:p>
        </p:txBody>
      </p:sp>
      <p:sp>
        <p:nvSpPr>
          <p:cNvPr id="5" name="Footer Placeholder 4">
            <a:extLst>
              <a:ext uri="{FF2B5EF4-FFF2-40B4-BE49-F238E27FC236}">
                <a16:creationId xmlns:a16="http://schemas.microsoft.com/office/drawing/2014/main" id="{5CB5F37D-2697-488D-A599-660A52EEF6A4}"/>
              </a:ext>
            </a:extLst>
          </p:cNvPr>
          <p:cNvSpPr>
            <a:spLocks noGrp="1"/>
          </p:cNvSpPr>
          <p:nvPr>
            <p:ph type="ftr" sz="quarter" idx="11"/>
          </p:nvPr>
        </p:nvSpPr>
        <p:spPr/>
        <p:txBody>
          <a:bodyPr/>
          <a:lstStyle/>
          <a:p>
            <a:r>
              <a:rPr lang="en-US"/>
              <a:t>IRIDIUM PROPRIETARY BUSINESS INFORMATION</a:t>
            </a:r>
            <a:endParaRPr lang="en-US" dirty="0">
              <a:solidFill>
                <a:schemeClr val="bg1"/>
              </a:solidFill>
            </a:endParaRPr>
          </a:p>
        </p:txBody>
      </p:sp>
      <p:sp>
        <p:nvSpPr>
          <p:cNvPr id="6" name="Slide Number Placeholder 5">
            <a:extLst>
              <a:ext uri="{FF2B5EF4-FFF2-40B4-BE49-F238E27FC236}">
                <a16:creationId xmlns:a16="http://schemas.microsoft.com/office/drawing/2014/main" id="{6C670C07-5276-43DC-A952-F95B0B651481}"/>
              </a:ext>
            </a:extLst>
          </p:cNvPr>
          <p:cNvSpPr>
            <a:spLocks noGrp="1"/>
          </p:cNvSpPr>
          <p:nvPr>
            <p:ph type="sldNum" sz="quarter" idx="12"/>
          </p:nvPr>
        </p:nvSpPr>
        <p:spPr/>
        <p:txBody>
          <a:bodyPr/>
          <a:lstStyle/>
          <a:p>
            <a:fld id="{B1019862-05A2-6842-A5FD-3894660EF752}" type="slidenum">
              <a:rPr lang="en-US" smtClean="0"/>
              <a:pPr/>
              <a:t>22</a:t>
            </a:fld>
            <a:endParaRPr lang="en-US" dirty="0"/>
          </a:p>
        </p:txBody>
      </p:sp>
    </p:spTree>
    <p:extLst>
      <p:ext uri="{BB962C8B-B14F-4D97-AF65-F5344CB8AC3E}">
        <p14:creationId xmlns:p14="http://schemas.microsoft.com/office/powerpoint/2010/main" val="1652230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DE51DD-E372-4618-B385-DB508BDCBB82}"/>
              </a:ext>
            </a:extLst>
          </p:cNvPr>
          <p:cNvSpPr>
            <a:spLocks noGrp="1"/>
          </p:cNvSpPr>
          <p:nvPr>
            <p:ph sz="half" idx="2"/>
          </p:nvPr>
        </p:nvSpPr>
        <p:spPr/>
        <p:txBody>
          <a:bodyPr/>
          <a:lstStyle/>
          <a:p>
            <a:endParaRPr lang="en-US"/>
          </a:p>
        </p:txBody>
      </p:sp>
      <p:sp>
        <p:nvSpPr>
          <p:cNvPr id="3" name="Text Placeholder 2">
            <a:extLst>
              <a:ext uri="{FF2B5EF4-FFF2-40B4-BE49-F238E27FC236}">
                <a16:creationId xmlns:a16="http://schemas.microsoft.com/office/drawing/2014/main" id="{0FE1918D-F96B-40B4-B1C3-E4AFDB85D712}"/>
              </a:ext>
            </a:extLst>
          </p:cNvPr>
          <p:cNvSpPr>
            <a:spLocks noGrp="1"/>
          </p:cNvSpPr>
          <p:nvPr>
            <p:ph type="body" sz="quarter" idx="3"/>
          </p:nvPr>
        </p:nvSpPr>
        <p:spPr/>
        <p:txBody>
          <a:bodyPr/>
          <a:lstStyle/>
          <a:p>
            <a:endParaRPr lang="en-US"/>
          </a:p>
        </p:txBody>
      </p:sp>
      <p:sp>
        <p:nvSpPr>
          <p:cNvPr id="4" name="Content Placeholder 3">
            <a:extLst>
              <a:ext uri="{FF2B5EF4-FFF2-40B4-BE49-F238E27FC236}">
                <a16:creationId xmlns:a16="http://schemas.microsoft.com/office/drawing/2014/main" id="{81F02AB6-9EFF-4C85-BA59-BF31C17A51BB}"/>
              </a:ext>
            </a:extLst>
          </p:cNvPr>
          <p:cNvSpPr>
            <a:spLocks noGrp="1"/>
          </p:cNvSpPr>
          <p:nvPr>
            <p:ph sz="quarter" idx="4"/>
          </p:nvPr>
        </p:nvSpPr>
        <p:spPr/>
        <p:txBody>
          <a:bodyPr/>
          <a:lstStyle/>
          <a:p>
            <a:endParaRPr lang="en-US"/>
          </a:p>
        </p:txBody>
      </p:sp>
      <p:sp>
        <p:nvSpPr>
          <p:cNvPr id="5" name="Title 4">
            <a:extLst>
              <a:ext uri="{FF2B5EF4-FFF2-40B4-BE49-F238E27FC236}">
                <a16:creationId xmlns:a16="http://schemas.microsoft.com/office/drawing/2014/main" id="{0406C7E7-DB2E-4E3E-9600-3FE9C04E61E5}"/>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86721E6F-345A-47ED-A23C-91C27F990607}"/>
              </a:ext>
            </a:extLst>
          </p:cNvPr>
          <p:cNvSpPr>
            <a:spLocks noGrp="1"/>
          </p:cNvSpPr>
          <p:nvPr>
            <p:ph type="body" sz="quarter" idx="13"/>
          </p:nvPr>
        </p:nvSpPr>
        <p:spPr/>
        <p:txBody>
          <a:bodyPr/>
          <a:lstStyle/>
          <a:p>
            <a:endParaRPr lang="en-US"/>
          </a:p>
        </p:txBody>
      </p:sp>
      <p:sp>
        <p:nvSpPr>
          <p:cNvPr id="7" name="Footer Placeholder 6">
            <a:extLst>
              <a:ext uri="{FF2B5EF4-FFF2-40B4-BE49-F238E27FC236}">
                <a16:creationId xmlns:a16="http://schemas.microsoft.com/office/drawing/2014/main" id="{09F679BB-A878-4141-8EFF-DC1E9BD7718D}"/>
              </a:ext>
            </a:extLst>
          </p:cNvPr>
          <p:cNvSpPr>
            <a:spLocks noGrp="1"/>
          </p:cNvSpPr>
          <p:nvPr>
            <p:ph type="ftr" sz="quarter" idx="11"/>
          </p:nvPr>
        </p:nvSpPr>
        <p:spPr/>
        <p:txBody>
          <a:bodyPr/>
          <a:lstStyle/>
          <a:p>
            <a:r>
              <a:rPr lang="en-US"/>
              <a:t>IRIDIUM PROPRIETARY BUSINESS INFORMATION</a:t>
            </a:r>
            <a:endParaRPr lang="en-US" dirty="0">
              <a:solidFill>
                <a:schemeClr val="bg1"/>
              </a:solidFill>
            </a:endParaRPr>
          </a:p>
        </p:txBody>
      </p:sp>
      <p:sp>
        <p:nvSpPr>
          <p:cNvPr id="8" name="Slide Number Placeholder 7">
            <a:extLst>
              <a:ext uri="{FF2B5EF4-FFF2-40B4-BE49-F238E27FC236}">
                <a16:creationId xmlns:a16="http://schemas.microsoft.com/office/drawing/2014/main" id="{05B7CE52-4BDE-446F-B100-CB7C361B95D9}"/>
              </a:ext>
            </a:extLst>
          </p:cNvPr>
          <p:cNvSpPr>
            <a:spLocks noGrp="1"/>
          </p:cNvSpPr>
          <p:nvPr>
            <p:ph type="sldNum" sz="quarter" idx="12"/>
          </p:nvPr>
        </p:nvSpPr>
        <p:spPr/>
        <p:txBody>
          <a:bodyPr/>
          <a:lstStyle/>
          <a:p>
            <a:fld id="{B1019862-05A2-6842-A5FD-3894660EF752}" type="slidenum">
              <a:rPr lang="en-US" smtClean="0"/>
              <a:pPr/>
              <a:t>23</a:t>
            </a:fld>
            <a:endParaRPr lang="en-US" dirty="0"/>
          </a:p>
        </p:txBody>
      </p:sp>
    </p:spTree>
    <p:extLst>
      <p:ext uri="{BB962C8B-B14F-4D97-AF65-F5344CB8AC3E}">
        <p14:creationId xmlns:p14="http://schemas.microsoft.com/office/powerpoint/2010/main" val="1501333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ECC35-7DB5-455F-AD72-198CBE9D6885}"/>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C5FBEC4D-F578-4572-9393-1BD399EAF37E}"/>
              </a:ext>
            </a:extLst>
          </p:cNvPr>
          <p:cNvSpPr>
            <a:spLocks noGrp="1"/>
          </p:cNvSpPr>
          <p:nvPr>
            <p:ph type="ftr" sz="quarter" idx="11"/>
          </p:nvPr>
        </p:nvSpPr>
        <p:spPr/>
        <p:txBody>
          <a:bodyPr/>
          <a:lstStyle/>
          <a:p>
            <a:r>
              <a:rPr lang="en-US"/>
              <a:t>IRIDIUM PROPRIETARY BUSINESS INFORMATION</a:t>
            </a:r>
            <a:endParaRPr lang="en-US" dirty="0">
              <a:solidFill>
                <a:schemeClr val="bg1"/>
              </a:solidFill>
            </a:endParaRPr>
          </a:p>
        </p:txBody>
      </p:sp>
      <p:sp>
        <p:nvSpPr>
          <p:cNvPr id="4" name="Slide Number Placeholder 3">
            <a:extLst>
              <a:ext uri="{FF2B5EF4-FFF2-40B4-BE49-F238E27FC236}">
                <a16:creationId xmlns:a16="http://schemas.microsoft.com/office/drawing/2014/main" id="{6A382903-725D-4658-A83F-C571A2D4C7EF}"/>
              </a:ext>
            </a:extLst>
          </p:cNvPr>
          <p:cNvSpPr>
            <a:spLocks noGrp="1"/>
          </p:cNvSpPr>
          <p:nvPr>
            <p:ph type="sldNum" sz="quarter" idx="12"/>
          </p:nvPr>
        </p:nvSpPr>
        <p:spPr/>
        <p:txBody>
          <a:bodyPr/>
          <a:lstStyle/>
          <a:p>
            <a:fld id="{B1019862-05A2-6842-A5FD-3894660EF752}" type="slidenum">
              <a:rPr lang="en-US" smtClean="0"/>
              <a:pPr/>
              <a:t>24</a:t>
            </a:fld>
            <a:endParaRPr lang="en-US" dirty="0"/>
          </a:p>
        </p:txBody>
      </p:sp>
    </p:spTree>
    <p:extLst>
      <p:ext uri="{BB962C8B-B14F-4D97-AF65-F5344CB8AC3E}">
        <p14:creationId xmlns:p14="http://schemas.microsoft.com/office/powerpoint/2010/main" val="3162968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EFF7DD-0880-4BDA-9C12-26B40EDFAF66}"/>
              </a:ext>
            </a:extLst>
          </p:cNvPr>
          <p:cNvSpPr>
            <a:spLocks noGrp="1"/>
          </p:cNvSpPr>
          <p:nvPr>
            <p:ph type="ftr" sz="quarter" idx="11"/>
          </p:nvPr>
        </p:nvSpPr>
        <p:spPr/>
        <p:txBody>
          <a:bodyPr/>
          <a:lstStyle/>
          <a:p>
            <a:r>
              <a:rPr lang="en-US"/>
              <a:t>IRIDIUM PROPRIETARY BUSINESS INFORMATION</a:t>
            </a:r>
            <a:endParaRPr lang="en-US" dirty="0">
              <a:solidFill>
                <a:schemeClr val="bg1"/>
              </a:solidFill>
            </a:endParaRPr>
          </a:p>
        </p:txBody>
      </p:sp>
      <p:sp>
        <p:nvSpPr>
          <p:cNvPr id="3" name="Slide Number Placeholder 2">
            <a:extLst>
              <a:ext uri="{FF2B5EF4-FFF2-40B4-BE49-F238E27FC236}">
                <a16:creationId xmlns:a16="http://schemas.microsoft.com/office/drawing/2014/main" id="{581B216B-B3DC-472B-96DE-D8C350577C18}"/>
              </a:ext>
            </a:extLst>
          </p:cNvPr>
          <p:cNvSpPr>
            <a:spLocks noGrp="1"/>
          </p:cNvSpPr>
          <p:nvPr>
            <p:ph type="sldNum" sz="quarter" idx="12"/>
          </p:nvPr>
        </p:nvSpPr>
        <p:spPr/>
        <p:txBody>
          <a:bodyPr/>
          <a:lstStyle/>
          <a:p>
            <a:fld id="{B1019862-05A2-6842-A5FD-3894660EF752}" type="slidenum">
              <a:rPr lang="en-US" smtClean="0"/>
              <a:pPr/>
              <a:t>25</a:t>
            </a:fld>
            <a:endParaRPr lang="en-US" dirty="0"/>
          </a:p>
        </p:txBody>
      </p:sp>
    </p:spTree>
    <p:extLst>
      <p:ext uri="{BB962C8B-B14F-4D97-AF65-F5344CB8AC3E}">
        <p14:creationId xmlns:p14="http://schemas.microsoft.com/office/powerpoint/2010/main" val="907150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79779-9D79-4462-AE58-9251878B7B2A}"/>
              </a:ext>
            </a:extLst>
          </p:cNvPr>
          <p:cNvSpPr>
            <a:spLocks noGrp="1"/>
          </p:cNvSpPr>
          <p:nvPr>
            <p:ph type="title"/>
          </p:nvPr>
        </p:nvSpPr>
        <p:spPr/>
        <p:txBody>
          <a:bodyPr/>
          <a:lstStyle/>
          <a:p>
            <a:r>
              <a:rPr lang="en-US" dirty="0"/>
              <a:t>The Following Slides Can Be Used as Samples to Develop Charts and Graphs</a:t>
            </a:r>
          </a:p>
        </p:txBody>
      </p:sp>
      <p:sp>
        <p:nvSpPr>
          <p:cNvPr id="3" name="Footer Placeholder 2">
            <a:extLst>
              <a:ext uri="{FF2B5EF4-FFF2-40B4-BE49-F238E27FC236}">
                <a16:creationId xmlns:a16="http://schemas.microsoft.com/office/drawing/2014/main" id="{4ECA9FE6-694A-4667-ADFF-B52E1643EA3B}"/>
              </a:ext>
            </a:extLst>
          </p:cNvPr>
          <p:cNvSpPr>
            <a:spLocks noGrp="1"/>
          </p:cNvSpPr>
          <p:nvPr>
            <p:ph type="ftr" sz="quarter" idx="11"/>
          </p:nvPr>
        </p:nvSpPr>
        <p:spPr/>
        <p:txBody>
          <a:bodyPr/>
          <a:lstStyle/>
          <a:p>
            <a:r>
              <a:rPr lang="en-US"/>
              <a:t>IRIDIUM PROPRIETARY BUSINESS INFORMATION</a:t>
            </a:r>
            <a:endParaRPr lang="en-US" dirty="0">
              <a:solidFill>
                <a:schemeClr val="bg1"/>
              </a:solidFill>
            </a:endParaRPr>
          </a:p>
        </p:txBody>
      </p:sp>
      <p:sp>
        <p:nvSpPr>
          <p:cNvPr id="4" name="Slide Number Placeholder 3">
            <a:extLst>
              <a:ext uri="{FF2B5EF4-FFF2-40B4-BE49-F238E27FC236}">
                <a16:creationId xmlns:a16="http://schemas.microsoft.com/office/drawing/2014/main" id="{F3334D5A-A585-4DC0-8020-3260B041E6C1}"/>
              </a:ext>
            </a:extLst>
          </p:cNvPr>
          <p:cNvSpPr>
            <a:spLocks noGrp="1"/>
          </p:cNvSpPr>
          <p:nvPr>
            <p:ph type="sldNum" sz="quarter" idx="12"/>
          </p:nvPr>
        </p:nvSpPr>
        <p:spPr/>
        <p:txBody>
          <a:bodyPr/>
          <a:lstStyle/>
          <a:p>
            <a:fld id="{B1019862-05A2-6842-A5FD-3894660EF752}" type="slidenum">
              <a:rPr lang="en-US" smtClean="0"/>
              <a:pPr/>
              <a:t>26</a:t>
            </a:fld>
            <a:endParaRPr lang="en-US" dirty="0"/>
          </a:p>
        </p:txBody>
      </p:sp>
    </p:spTree>
    <p:extLst>
      <p:ext uri="{BB962C8B-B14F-4D97-AF65-F5344CB8AC3E}">
        <p14:creationId xmlns:p14="http://schemas.microsoft.com/office/powerpoint/2010/main" val="2978160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ECC35-7DB5-455F-AD72-198CBE9D6885}"/>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C5FBEC4D-F578-4572-9393-1BD399EAF37E}"/>
              </a:ext>
            </a:extLst>
          </p:cNvPr>
          <p:cNvSpPr>
            <a:spLocks noGrp="1"/>
          </p:cNvSpPr>
          <p:nvPr>
            <p:ph type="ftr" sz="quarter" idx="11"/>
          </p:nvPr>
        </p:nvSpPr>
        <p:spPr/>
        <p:txBody>
          <a:bodyPr/>
          <a:lstStyle/>
          <a:p>
            <a:r>
              <a:rPr lang="en-US"/>
              <a:t>IRIDIUM PROPRIETARY BUSINESS INFORMATION</a:t>
            </a:r>
            <a:endParaRPr lang="en-US" dirty="0">
              <a:solidFill>
                <a:schemeClr val="bg1"/>
              </a:solidFill>
            </a:endParaRPr>
          </a:p>
        </p:txBody>
      </p:sp>
      <p:sp>
        <p:nvSpPr>
          <p:cNvPr id="4" name="Slide Number Placeholder 3">
            <a:extLst>
              <a:ext uri="{FF2B5EF4-FFF2-40B4-BE49-F238E27FC236}">
                <a16:creationId xmlns:a16="http://schemas.microsoft.com/office/drawing/2014/main" id="{6A382903-725D-4658-A83F-C571A2D4C7EF}"/>
              </a:ext>
            </a:extLst>
          </p:cNvPr>
          <p:cNvSpPr>
            <a:spLocks noGrp="1"/>
          </p:cNvSpPr>
          <p:nvPr>
            <p:ph type="sldNum" sz="quarter" idx="12"/>
          </p:nvPr>
        </p:nvSpPr>
        <p:spPr/>
        <p:txBody>
          <a:bodyPr/>
          <a:lstStyle/>
          <a:p>
            <a:fld id="{B1019862-05A2-6842-A5FD-3894660EF752}" type="slidenum">
              <a:rPr lang="en-US" smtClean="0"/>
              <a:pPr/>
              <a:t>27</a:t>
            </a:fld>
            <a:endParaRPr lang="en-US" dirty="0"/>
          </a:p>
        </p:txBody>
      </p:sp>
      <p:graphicFrame>
        <p:nvGraphicFramePr>
          <p:cNvPr id="6" name="Content Placeholder 5">
            <a:extLst>
              <a:ext uri="{FF2B5EF4-FFF2-40B4-BE49-F238E27FC236}">
                <a16:creationId xmlns:a16="http://schemas.microsoft.com/office/drawing/2014/main" id="{F2CD8674-5193-4F75-B341-11C5EE923611}"/>
              </a:ext>
            </a:extLst>
          </p:cNvPr>
          <p:cNvGraphicFramePr>
            <a:graphicFrameLocks/>
          </p:cNvGraphicFramePr>
          <p:nvPr>
            <p:extLst>
              <p:ext uri="{D42A27DB-BD31-4B8C-83A1-F6EECF244321}">
                <p14:modId xmlns:p14="http://schemas.microsoft.com/office/powerpoint/2010/main" val="3683501467"/>
              </p:ext>
            </p:extLst>
          </p:nvPr>
        </p:nvGraphicFramePr>
        <p:xfrm>
          <a:off x="782637" y="1165225"/>
          <a:ext cx="5551487" cy="5048250"/>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6">
            <a:extLst>
              <a:ext uri="{FF2B5EF4-FFF2-40B4-BE49-F238E27FC236}">
                <a16:creationId xmlns:a16="http://schemas.microsoft.com/office/drawing/2014/main" id="{17AFD5F4-437D-4DE8-87B2-0D86836D699F}"/>
              </a:ext>
            </a:extLst>
          </p:cNvPr>
          <p:cNvSpPr txBox="1">
            <a:spLocks/>
          </p:cNvSpPr>
          <p:nvPr/>
        </p:nvSpPr>
        <p:spPr>
          <a:xfrm>
            <a:off x="7695275" y="2995749"/>
            <a:ext cx="3603171" cy="1391103"/>
          </a:xfrm>
          <a:prstGeom prst="rect">
            <a:avLst/>
          </a:prstGeom>
          <a:solidFill>
            <a:schemeClr val="bg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ystem Font Regular"/>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buFontTx/>
              <a:buNone/>
              <a:defRPr/>
            </a:pPr>
            <a:r>
              <a:rPr lang="en-US" b="1" dirty="0">
                <a:latin typeface="Arial"/>
              </a:rPr>
              <a:t>This is an optional takeaway box to summarize the content in the slide</a:t>
            </a:r>
            <a:endParaRPr lang="en-US" dirty="0"/>
          </a:p>
        </p:txBody>
      </p:sp>
    </p:spTree>
    <p:extLst>
      <p:ext uri="{BB962C8B-B14F-4D97-AF65-F5344CB8AC3E}">
        <p14:creationId xmlns:p14="http://schemas.microsoft.com/office/powerpoint/2010/main" val="2612460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ECC35-7DB5-455F-AD72-198CBE9D6885}"/>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C5FBEC4D-F578-4572-9393-1BD399EAF37E}"/>
              </a:ext>
            </a:extLst>
          </p:cNvPr>
          <p:cNvSpPr>
            <a:spLocks noGrp="1"/>
          </p:cNvSpPr>
          <p:nvPr>
            <p:ph type="ftr" sz="quarter" idx="11"/>
          </p:nvPr>
        </p:nvSpPr>
        <p:spPr/>
        <p:txBody>
          <a:bodyPr/>
          <a:lstStyle/>
          <a:p>
            <a:r>
              <a:rPr lang="en-US"/>
              <a:t>IRIDIUM PROPRIETARY BUSINESS INFORMATION</a:t>
            </a:r>
            <a:endParaRPr lang="en-US" dirty="0">
              <a:solidFill>
                <a:schemeClr val="bg1"/>
              </a:solidFill>
            </a:endParaRPr>
          </a:p>
        </p:txBody>
      </p:sp>
      <p:sp>
        <p:nvSpPr>
          <p:cNvPr id="4" name="Slide Number Placeholder 3">
            <a:extLst>
              <a:ext uri="{FF2B5EF4-FFF2-40B4-BE49-F238E27FC236}">
                <a16:creationId xmlns:a16="http://schemas.microsoft.com/office/drawing/2014/main" id="{6A382903-725D-4658-A83F-C571A2D4C7EF}"/>
              </a:ext>
            </a:extLst>
          </p:cNvPr>
          <p:cNvSpPr>
            <a:spLocks noGrp="1"/>
          </p:cNvSpPr>
          <p:nvPr>
            <p:ph type="sldNum" sz="quarter" idx="12"/>
          </p:nvPr>
        </p:nvSpPr>
        <p:spPr/>
        <p:txBody>
          <a:bodyPr/>
          <a:lstStyle/>
          <a:p>
            <a:fld id="{B1019862-05A2-6842-A5FD-3894660EF752}" type="slidenum">
              <a:rPr lang="en-US" smtClean="0"/>
              <a:pPr/>
              <a:t>28</a:t>
            </a:fld>
            <a:endParaRPr lang="en-US" dirty="0"/>
          </a:p>
        </p:txBody>
      </p:sp>
      <p:graphicFrame>
        <p:nvGraphicFramePr>
          <p:cNvPr id="5" name="Content Placeholder 8">
            <a:extLst>
              <a:ext uri="{FF2B5EF4-FFF2-40B4-BE49-F238E27FC236}">
                <a16:creationId xmlns:a16="http://schemas.microsoft.com/office/drawing/2014/main" id="{DE5016E7-356D-4E39-83AE-092DB82E9E18}"/>
              </a:ext>
            </a:extLst>
          </p:cNvPr>
          <p:cNvGraphicFramePr>
            <a:graphicFrameLocks/>
          </p:cNvGraphicFramePr>
          <p:nvPr>
            <p:extLst>
              <p:ext uri="{D42A27DB-BD31-4B8C-83A1-F6EECF244321}">
                <p14:modId xmlns:p14="http://schemas.microsoft.com/office/powerpoint/2010/main" val="2131956263"/>
              </p:ext>
            </p:extLst>
          </p:nvPr>
        </p:nvGraphicFramePr>
        <p:xfrm>
          <a:off x="700882" y="1166642"/>
          <a:ext cx="10790237" cy="4363301"/>
        </p:xfrm>
        <a:graphic>
          <a:graphicData uri="http://schemas.openxmlformats.org/drawingml/2006/chart">
            <c:chart xmlns:c="http://schemas.openxmlformats.org/drawingml/2006/chart" xmlns:r="http://schemas.openxmlformats.org/officeDocument/2006/relationships" r:id="rId2"/>
          </a:graphicData>
        </a:graphic>
      </p:graphicFrame>
      <p:sp>
        <p:nvSpPr>
          <p:cNvPr id="6" name="Content Placeholder 6">
            <a:extLst>
              <a:ext uri="{FF2B5EF4-FFF2-40B4-BE49-F238E27FC236}">
                <a16:creationId xmlns:a16="http://schemas.microsoft.com/office/drawing/2014/main" id="{58E7EAA6-D0BD-45A4-B430-45EC072282BE}"/>
              </a:ext>
            </a:extLst>
          </p:cNvPr>
          <p:cNvSpPr txBox="1">
            <a:spLocks/>
          </p:cNvSpPr>
          <p:nvPr/>
        </p:nvSpPr>
        <p:spPr>
          <a:xfrm>
            <a:off x="838200" y="5689600"/>
            <a:ext cx="10515600" cy="526052"/>
          </a:xfrm>
          <a:prstGeom prst="rect">
            <a:avLst/>
          </a:prstGeom>
          <a:solidFill>
            <a:schemeClr val="bg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ystem Font Regular"/>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buFontTx/>
              <a:buNone/>
              <a:defRPr/>
            </a:pPr>
            <a:r>
              <a:rPr lang="en-US" b="1" dirty="0">
                <a:latin typeface="Arial"/>
              </a:rPr>
              <a:t>This is an optional takeaway box to summarize the content in the slide</a:t>
            </a:r>
            <a:endParaRPr lang="en-US" dirty="0"/>
          </a:p>
        </p:txBody>
      </p:sp>
    </p:spTree>
    <p:extLst>
      <p:ext uri="{BB962C8B-B14F-4D97-AF65-F5344CB8AC3E}">
        <p14:creationId xmlns:p14="http://schemas.microsoft.com/office/powerpoint/2010/main" val="331570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ECC35-7DB5-455F-AD72-198CBE9D6885}"/>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C5FBEC4D-F578-4572-9393-1BD399EAF37E}"/>
              </a:ext>
            </a:extLst>
          </p:cNvPr>
          <p:cNvSpPr>
            <a:spLocks noGrp="1"/>
          </p:cNvSpPr>
          <p:nvPr>
            <p:ph type="ftr" sz="quarter" idx="11"/>
          </p:nvPr>
        </p:nvSpPr>
        <p:spPr/>
        <p:txBody>
          <a:bodyPr/>
          <a:lstStyle/>
          <a:p>
            <a:r>
              <a:rPr lang="en-US"/>
              <a:t>IRIDIUM PROPRIETARY BUSINESS INFORMATION</a:t>
            </a:r>
            <a:endParaRPr lang="en-US" dirty="0">
              <a:solidFill>
                <a:schemeClr val="bg1"/>
              </a:solidFill>
            </a:endParaRPr>
          </a:p>
        </p:txBody>
      </p:sp>
      <p:sp>
        <p:nvSpPr>
          <p:cNvPr id="4" name="Slide Number Placeholder 3">
            <a:extLst>
              <a:ext uri="{FF2B5EF4-FFF2-40B4-BE49-F238E27FC236}">
                <a16:creationId xmlns:a16="http://schemas.microsoft.com/office/drawing/2014/main" id="{6A382903-725D-4658-A83F-C571A2D4C7EF}"/>
              </a:ext>
            </a:extLst>
          </p:cNvPr>
          <p:cNvSpPr>
            <a:spLocks noGrp="1"/>
          </p:cNvSpPr>
          <p:nvPr>
            <p:ph type="sldNum" sz="quarter" idx="12"/>
          </p:nvPr>
        </p:nvSpPr>
        <p:spPr/>
        <p:txBody>
          <a:bodyPr/>
          <a:lstStyle/>
          <a:p>
            <a:fld id="{B1019862-05A2-6842-A5FD-3894660EF752}" type="slidenum">
              <a:rPr lang="en-US" smtClean="0"/>
              <a:pPr/>
              <a:t>29</a:t>
            </a:fld>
            <a:endParaRPr lang="en-US" dirty="0"/>
          </a:p>
        </p:txBody>
      </p:sp>
      <p:graphicFrame>
        <p:nvGraphicFramePr>
          <p:cNvPr id="5" name="Content Placeholder 5">
            <a:extLst>
              <a:ext uri="{FF2B5EF4-FFF2-40B4-BE49-F238E27FC236}">
                <a16:creationId xmlns:a16="http://schemas.microsoft.com/office/drawing/2014/main" id="{5422A701-993C-45EE-9229-8FD9CBCF3787}"/>
              </a:ext>
            </a:extLst>
          </p:cNvPr>
          <p:cNvGraphicFramePr>
            <a:graphicFrameLocks/>
          </p:cNvGraphicFramePr>
          <p:nvPr>
            <p:extLst>
              <p:ext uri="{D42A27DB-BD31-4B8C-83A1-F6EECF244321}">
                <p14:modId xmlns:p14="http://schemas.microsoft.com/office/powerpoint/2010/main" val="3211169898"/>
              </p:ext>
            </p:extLst>
          </p:nvPr>
        </p:nvGraphicFramePr>
        <p:xfrm>
          <a:off x="838200" y="1168401"/>
          <a:ext cx="10515600" cy="4361542"/>
        </p:xfrm>
        <a:graphic>
          <a:graphicData uri="http://schemas.openxmlformats.org/drawingml/2006/chart">
            <c:chart xmlns:c="http://schemas.openxmlformats.org/drawingml/2006/chart" xmlns:r="http://schemas.openxmlformats.org/officeDocument/2006/relationships" r:id="rId2"/>
          </a:graphicData>
        </a:graphic>
      </p:graphicFrame>
      <p:sp>
        <p:nvSpPr>
          <p:cNvPr id="6" name="Content Placeholder 6">
            <a:extLst>
              <a:ext uri="{FF2B5EF4-FFF2-40B4-BE49-F238E27FC236}">
                <a16:creationId xmlns:a16="http://schemas.microsoft.com/office/drawing/2014/main" id="{FF1B42F2-D4B0-43DC-87DC-DD86B5AFBE83}"/>
              </a:ext>
            </a:extLst>
          </p:cNvPr>
          <p:cNvSpPr txBox="1">
            <a:spLocks/>
          </p:cNvSpPr>
          <p:nvPr/>
        </p:nvSpPr>
        <p:spPr>
          <a:xfrm>
            <a:off x="838200" y="5689600"/>
            <a:ext cx="10515600" cy="526052"/>
          </a:xfrm>
          <a:prstGeom prst="rect">
            <a:avLst/>
          </a:prstGeom>
          <a:solidFill>
            <a:schemeClr val="bg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ystem Font Regular"/>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buFontTx/>
              <a:buNone/>
              <a:defRPr/>
            </a:pPr>
            <a:r>
              <a:rPr lang="en-US" b="1" dirty="0">
                <a:latin typeface="Arial"/>
              </a:rPr>
              <a:t>This is an optional takeaway box to summarize the content in the slide</a:t>
            </a:r>
            <a:endParaRPr lang="en-US" dirty="0"/>
          </a:p>
        </p:txBody>
      </p:sp>
    </p:spTree>
    <p:extLst>
      <p:ext uri="{BB962C8B-B14F-4D97-AF65-F5344CB8AC3E}">
        <p14:creationId xmlns:p14="http://schemas.microsoft.com/office/powerpoint/2010/main" val="26809568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9E79C-29F4-4711-879F-ADF373319AEF}"/>
              </a:ext>
            </a:extLst>
          </p:cNvPr>
          <p:cNvSpPr>
            <a:spLocks noGrp="1"/>
          </p:cNvSpPr>
          <p:nvPr>
            <p:ph type="ctrTitle"/>
          </p:nvPr>
        </p:nvSpPr>
        <p:spPr/>
        <p:txBody>
          <a:bodyPr/>
          <a:lstStyle/>
          <a:p>
            <a:endParaRPr lang="en-US" dirty="0"/>
          </a:p>
        </p:txBody>
      </p:sp>
    </p:spTree>
    <p:extLst>
      <p:ext uri="{BB962C8B-B14F-4D97-AF65-F5344CB8AC3E}">
        <p14:creationId xmlns:p14="http://schemas.microsoft.com/office/powerpoint/2010/main" val="834188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021EC-C962-4EAD-8485-6BEC08627F9D}"/>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646410556"/>
      </p:ext>
    </p:extLst>
  </p:cSld>
  <p:clrMapOvr>
    <a:masterClrMapping/>
  </p:clrMapOvr>
</p:sld>
</file>

<file path=ppt/theme/theme1.xml><?xml version="1.0" encoding="utf-8"?>
<a:theme xmlns:a="http://schemas.openxmlformats.org/drawingml/2006/main" name="Iridium Light Theme 2021">
  <a:themeElements>
    <a:clrScheme name="Custom 1">
      <a:dk1>
        <a:srgbClr val="33383E"/>
      </a:dk1>
      <a:lt1>
        <a:srgbClr val="FFFFFF"/>
      </a:lt1>
      <a:dk2>
        <a:srgbClr val="33383E"/>
      </a:dk2>
      <a:lt2>
        <a:srgbClr val="FFFFFF"/>
      </a:lt2>
      <a:accent1>
        <a:srgbClr val="FCB131"/>
      </a:accent1>
      <a:accent2>
        <a:srgbClr val="95A0A9"/>
      </a:accent2>
      <a:accent3>
        <a:srgbClr val="12ABC9"/>
      </a:accent3>
      <a:accent4>
        <a:srgbClr val="7CB01A"/>
      </a:accent4>
      <a:accent5>
        <a:srgbClr val="FC610D"/>
      </a:accent5>
      <a:accent6>
        <a:srgbClr val="458CCC"/>
      </a:accent6>
      <a:hlink>
        <a:srgbClr val="FCB131"/>
      </a:hlink>
      <a:folHlink>
        <a:srgbClr val="104C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ridium Light Template_020421_FINAL" id="{222CBBDF-A06B-42D1-8FD6-38EA00850DE1}" vid="{FB803232-6B5E-455B-A9D4-AD29EBD40CE8}"/>
    </a:ext>
  </a:extLst>
</a:theme>
</file>

<file path=ppt/theme/theme2.xml><?xml version="1.0" encoding="utf-8"?>
<a:theme xmlns:a="http://schemas.openxmlformats.org/drawingml/2006/main" name="Iridium Dark Theme 2021">
  <a:themeElements>
    <a:clrScheme name="Custom 1">
      <a:dk1>
        <a:srgbClr val="33383E"/>
      </a:dk1>
      <a:lt1>
        <a:srgbClr val="FFFFFF"/>
      </a:lt1>
      <a:dk2>
        <a:srgbClr val="33383E"/>
      </a:dk2>
      <a:lt2>
        <a:srgbClr val="FFFFFF"/>
      </a:lt2>
      <a:accent1>
        <a:srgbClr val="FCB131"/>
      </a:accent1>
      <a:accent2>
        <a:srgbClr val="95A0A9"/>
      </a:accent2>
      <a:accent3>
        <a:srgbClr val="12ABC9"/>
      </a:accent3>
      <a:accent4>
        <a:srgbClr val="7CB01A"/>
      </a:accent4>
      <a:accent5>
        <a:srgbClr val="FC610D"/>
      </a:accent5>
      <a:accent6>
        <a:srgbClr val="458CCC"/>
      </a:accent6>
      <a:hlink>
        <a:srgbClr val="FCB131"/>
      </a:hlink>
      <a:folHlink>
        <a:srgbClr val="104C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ridium Light Template_020421_FINAL" id="{222CBBDF-A06B-42D1-8FD6-38EA00850DE1}" vid="{FB803232-6B5E-455B-A9D4-AD29EBD40CE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BRND_Corporate PowerPoint Template_UPDATE_022221</Template>
  <TotalTime>4864</TotalTime>
  <Words>1279</Words>
  <Application>Microsoft Office PowerPoint</Application>
  <PresentationFormat>Widescreen</PresentationFormat>
  <Paragraphs>134</Paragraphs>
  <Slides>31</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31</vt:i4>
      </vt:variant>
    </vt:vector>
  </HeadingPairs>
  <TitlesOfParts>
    <vt:vector size="36" baseType="lpstr">
      <vt:lpstr>Arial</vt:lpstr>
      <vt:lpstr>Calibri</vt:lpstr>
      <vt:lpstr>System Font Regular</vt:lpstr>
      <vt:lpstr>Iridium Light Theme 2021</vt:lpstr>
      <vt:lpstr>Iridium Dark Theme 2021</vt:lpstr>
      <vt:lpstr>Iridium® Brand Guidelines</vt:lpstr>
      <vt:lpstr>Iridium® Brand Guidelines</vt:lpstr>
      <vt:lpstr>Iridium® Brand Assets The below high-resolution assets can be pasted into your presentation as supporting graphics.</vt:lpstr>
      <vt:lpstr>PowerPoint Presentation</vt:lpstr>
      <vt:lpstr>Legal Disclosures</vt:lpstr>
      <vt:lpstr>PowerPoint Presentation</vt:lpstr>
      <vt:lpstr>PowerPoint Presentation</vt:lpstr>
      <vt:lpstr>PowerPoint Presentation</vt:lpstr>
      <vt:lpstr>PowerPoint Presentation</vt:lpstr>
      <vt:lpstr>PowerPoint Presentation</vt:lpstr>
      <vt:lpstr>PowerPoint Presentation</vt:lpstr>
      <vt:lpstr>The Following Slides Can Be Used as Samples to Develop Charts and Graphs</vt:lpstr>
      <vt:lpstr>PowerPoint Presentation</vt:lpstr>
      <vt:lpstr>PowerPoint Presentation</vt:lpstr>
      <vt:lpstr>PowerPoint Presentation</vt:lpstr>
      <vt:lpstr>Closing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Following Slides Can Be Used as Samples to Develop Charts and Graphs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Shelby Maiden;Lauren Silva</dc:creator>
  <cp:lastModifiedBy>Lauren Silva</cp:lastModifiedBy>
  <cp:revision>63</cp:revision>
  <dcterms:created xsi:type="dcterms:W3CDTF">2021-02-24T20:04:14Z</dcterms:created>
  <dcterms:modified xsi:type="dcterms:W3CDTF">2021-03-09T15:38:24Z</dcterms:modified>
</cp:coreProperties>
</file>